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69" r:id="rId5"/>
  </p:sldIdLst>
  <p:sldSz cx="12192000" cy="6858000"/>
  <p:notesSz cx="7772400" cy="100584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1523880" y="1323000"/>
            <a:ext cx="9143640" cy="2186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/>
          </a:bodyPr>
          <a:lstStyle>
            <a:lvl1pPr indent="0" algn="ctr" defTabSz="914400">
              <a:lnSpc>
                <a:spcPct val="130000"/>
              </a:lnSpc>
              <a:buNone/>
              <a:defRPr lang="en-US" sz="6000" b="0" u="none" strike="noStrike">
                <a:solidFill>
                  <a:schemeClr val="dk1"/>
                </a:solidFill>
                <a:effectLst/>
                <a:uFillTx/>
                <a:latin typeface="Calibri Light" panose="020F0302020204030204"/>
              </a:defRPr>
            </a:lvl1pPr>
          </a:lstStyle>
          <a:p>
            <a:pPr indent="0" algn="ctr" defTabSz="914400">
              <a:lnSpc>
                <a:spcPct val="130000"/>
              </a:lnSpc>
              <a:buNone/>
            </a:pPr>
            <a:r>
              <a:rPr lang="en-US" sz="6000" b="0" u="none" strike="noStrike">
                <a:solidFill>
                  <a:schemeClr val="dk1"/>
                </a:solidFill>
                <a:effectLst/>
                <a:uFillTx/>
                <a:latin typeface="Calibri Light" panose="020F0302020204030204"/>
              </a:rPr>
              <a:t>Click to edit Master title style</a:t>
            </a:r>
            <a:endParaRPr lang="es-MX" sz="6000" b="0" u="none" strike="noStrike">
              <a:solidFill>
                <a:schemeClr val="dk1"/>
              </a:solidFill>
              <a:effectLst/>
              <a:uFillTx/>
              <a:latin typeface="Calibri Light" panose="020F0302020204030204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es-MX" sz="1400" b="0" u="none" strike="noStrike">
                <a:solidFill>
                  <a:srgbClr val="000000"/>
                </a:solidFill>
                <a:effectLst/>
                <a:uFillTx/>
                <a:latin typeface="Times New Roman" panose="02020603050405020304"/>
              </a:defRPr>
            </a:lvl1pPr>
          </a:lstStyle>
          <a:p>
            <a:pPr indent="0" algn="l">
              <a:buNone/>
            </a:pPr>
            <a:r>
              <a:rPr lang="es-MX" sz="1400" b="0" u="none" strike="noStrike">
                <a:solidFill>
                  <a:srgbClr val="000000"/>
                </a:solidFill>
                <a:effectLst/>
                <a:uFillTx/>
                <a:latin typeface="Times New Roman" panose="02020603050405020304"/>
              </a:rPr>
              <a:t>&lt;fecha/hora&gt;</a:t>
            </a:r>
            <a:endParaRPr lang="es-MX" sz="1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s-MX" sz="1400" b="0" u="none" strike="noStrike">
                <a:solidFill>
                  <a:srgbClr val="000000"/>
                </a:solidFill>
                <a:effectLst/>
                <a:uFillTx/>
                <a:latin typeface="Times New Roman" panose="02020603050405020304"/>
              </a:defRPr>
            </a:lvl1pPr>
          </a:lstStyle>
          <a:p>
            <a:pPr indent="0" algn="ctr">
              <a:buNone/>
            </a:pPr>
            <a:r>
              <a:rPr lang="es-MX" sz="1400" b="0" u="none" strike="noStrike">
                <a:solidFill>
                  <a:srgbClr val="000000"/>
                </a:solidFill>
                <a:effectLst/>
                <a:uFillTx/>
                <a:latin typeface="Times New Roman" panose="02020603050405020304"/>
              </a:rPr>
              <a:t>&lt;pie de página&gt;</a:t>
            </a:r>
            <a:endParaRPr lang="es-MX" sz="1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>
              <a:buNone/>
            </a:pPr>
            <a:endParaRPr lang="es-MX" sz="12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body" hasCustomPrompt="1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indent="0" algn="l" defTabSz="914400">
              <a:lnSpc>
                <a:spcPct val="90000"/>
              </a:lnSpc>
              <a:spcBef>
                <a:spcPts val="1000"/>
              </a:spcBef>
              <a:tabLst>
                <a:tab pos="0" algn="l"/>
              </a:tabLst>
              <a:defRPr lang="es-MX" sz="2800" b="0" u="none" strike="noStrike">
                <a:solidFill>
                  <a:schemeClr val="dk1"/>
                </a:solidFill>
                <a:effectLst/>
                <a:uFillTx/>
                <a:latin typeface="Calibri Light" panose="020F0302020204030204"/>
              </a:defRPr>
            </a:lvl1pPr>
            <a:lvl2pPr lvl="1" algn="l" defTabSz="914400"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SzPct val="75000"/>
              <a:buFont typeface="Symbol" panose="05050102010706020507" charset="2"/>
              <a:buChar char=""/>
              <a:defRPr lang="es-MX" sz="2400" b="0" u="none" strike="noStrike">
                <a:solidFill>
                  <a:schemeClr val="dk1"/>
                </a:solidFill>
                <a:effectLst/>
                <a:uFillTx/>
                <a:latin typeface="Calibri Light" panose="020F0302020204030204"/>
              </a:defRPr>
            </a:lvl2pPr>
            <a:lvl3pPr lvl="2" algn="l" defTabSz="914400"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  <a:defRPr lang="es-MX" sz="2000" b="0" u="none" strike="noStrike">
                <a:solidFill>
                  <a:schemeClr val="dk1"/>
                </a:solidFill>
                <a:effectLst/>
                <a:uFillTx/>
                <a:latin typeface="Calibri Light" panose="020F0302020204030204"/>
              </a:defRPr>
            </a:lvl3pPr>
            <a:lvl4pPr lvl="3" algn="l" defTabSz="914400"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SzPct val="75000"/>
              <a:buFont typeface="Symbol" panose="05050102010706020507" charset="2"/>
              <a:buChar char=""/>
              <a:defRPr lang="es-MX" sz="1800" b="0" u="none" strike="noStrike">
                <a:solidFill>
                  <a:schemeClr val="dk1"/>
                </a:solidFill>
                <a:effectLst/>
                <a:uFillTx/>
                <a:latin typeface="Calibri Light" panose="020F0302020204030204"/>
              </a:defRPr>
            </a:lvl4pPr>
            <a:lvl5pPr lvl="4" algn="l" defTabSz="914400"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  <a:defRPr lang="es-MX" sz="1800" b="0" u="none" strike="noStrike">
                <a:solidFill>
                  <a:schemeClr val="dk1"/>
                </a:solidFill>
                <a:effectLst/>
                <a:uFillTx/>
                <a:latin typeface="Calibri Light" panose="020F0302020204030204"/>
              </a:defRPr>
            </a:lvl5pPr>
            <a:lvl6pPr lvl="5" algn="l" defTabSz="914400">
              <a:lnSpc>
                <a:spcPct val="90000"/>
              </a:lnSpc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  <a:defRPr lang="es-MX" sz="2000" b="0" u="none" strike="noStrike">
                <a:solidFill>
                  <a:schemeClr val="dk1"/>
                </a:solidFill>
                <a:effectLst/>
                <a:uFillTx/>
                <a:latin typeface="Calibri Light" panose="020F0302020204030204"/>
              </a:defRPr>
            </a:lvl6pPr>
            <a:lvl7pPr lvl="6" algn="l" defTabSz="914400">
              <a:lnSpc>
                <a:spcPct val="90000"/>
              </a:lnSpc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  <a:defRPr lang="es-MX" sz="2000" b="0" u="none" strike="noStrike">
                <a:solidFill>
                  <a:schemeClr val="dk1"/>
                </a:solidFill>
                <a:effectLst/>
                <a:uFillTx/>
                <a:latin typeface="Calibri Light" panose="020F0302020204030204"/>
              </a:defRPr>
            </a:lvl7pPr>
          </a:lstStyle>
          <a:p>
            <a:pPr indent="0" algn="l" defTabSz="914400">
              <a:lnSpc>
                <a:spcPct val="90000"/>
              </a:lnSpc>
              <a:spcBef>
                <a:spcPts val="1000"/>
              </a:spcBef>
              <a:tabLst>
                <a:tab pos="0" algn="l"/>
              </a:tabLst>
            </a:pPr>
            <a:r>
              <a:rPr lang="es-MX" sz="2800" b="0" u="none" strike="noStrike">
                <a:solidFill>
                  <a:schemeClr val="dk1"/>
                </a:solidFill>
                <a:effectLst/>
                <a:uFillTx/>
                <a:latin typeface="Calibri Light" panose="020F0302020204030204"/>
              </a:rPr>
              <a:t>Pulse para editar el formato de texto del esquema</a:t>
            </a:r>
            <a:endParaRPr lang="es-MX" sz="2800" b="0" u="none" strike="noStrike">
              <a:solidFill>
                <a:schemeClr val="dk1"/>
              </a:solidFill>
              <a:effectLst/>
              <a:uFillTx/>
              <a:latin typeface="Calibri Light" panose="020F0302020204030204"/>
            </a:endParaRPr>
          </a:p>
          <a:p>
            <a:pPr marL="864235" lvl="1" indent="-323850" algn="l" defTabSz="914400"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SzPct val="75000"/>
              <a:buFont typeface="Symbol" panose="05050102010706020507" charset="2"/>
              <a:buChar char=""/>
            </a:pPr>
            <a:r>
              <a:rPr lang="es-MX" sz="2400" b="0" u="none" strike="noStrike">
                <a:solidFill>
                  <a:schemeClr val="dk1"/>
                </a:solidFill>
                <a:effectLst/>
                <a:uFillTx/>
                <a:latin typeface="Calibri Light" panose="020F0302020204030204"/>
              </a:rPr>
              <a:t>Segundo nivel del esquema</a:t>
            </a:r>
            <a:endParaRPr lang="es-MX" sz="2400" b="0" u="none" strike="noStrike">
              <a:solidFill>
                <a:schemeClr val="dk1"/>
              </a:solidFill>
              <a:effectLst/>
              <a:uFillTx/>
              <a:latin typeface="Calibri Light" panose="020F0302020204030204"/>
            </a:endParaRPr>
          </a:p>
          <a:p>
            <a:pPr marL="1296035" lvl="2" indent="-288290" algn="l" defTabSz="914400"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s-MX" sz="2000" b="0" u="none" strike="noStrike">
                <a:solidFill>
                  <a:schemeClr val="dk1"/>
                </a:solidFill>
                <a:effectLst/>
                <a:uFillTx/>
                <a:latin typeface="Calibri Light" panose="020F0302020204030204"/>
              </a:rPr>
              <a:t>Tercer nivel del esquema</a:t>
            </a:r>
            <a:endParaRPr lang="es-MX" sz="2000" b="0" u="none" strike="noStrike">
              <a:solidFill>
                <a:schemeClr val="dk1"/>
              </a:solidFill>
              <a:effectLst/>
              <a:uFillTx/>
              <a:latin typeface="Calibri Light" panose="020F0302020204030204"/>
            </a:endParaRPr>
          </a:p>
          <a:p>
            <a:pPr marL="1727835" lvl="3" indent="-215900" algn="l" defTabSz="914400"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SzPct val="75000"/>
              <a:buFont typeface="Symbol" panose="05050102010706020507" charset="2"/>
              <a:buChar char=""/>
            </a:pP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 Light" panose="020F0302020204030204"/>
              </a:rPr>
              <a:t>Cuarto nivel del esquema</a:t>
            </a:r>
            <a:endParaRPr lang="es-MX" sz="1800" b="0" u="none" strike="noStrike">
              <a:solidFill>
                <a:schemeClr val="dk1"/>
              </a:solidFill>
              <a:effectLst/>
              <a:uFillTx/>
              <a:latin typeface="Calibri Light" panose="020F0302020204030204"/>
            </a:endParaRPr>
          </a:p>
          <a:p>
            <a:pPr marL="2160270" lvl="4" indent="-215900" algn="l" defTabSz="914400"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 Light" panose="020F0302020204030204"/>
              </a:rPr>
              <a:t>Quinto nivel del esquema</a:t>
            </a:r>
            <a:endParaRPr lang="es-MX" sz="1800" b="0" u="none" strike="noStrike">
              <a:solidFill>
                <a:schemeClr val="dk1"/>
              </a:solidFill>
              <a:effectLst/>
              <a:uFillTx/>
              <a:latin typeface="Calibri Light" panose="020F0302020204030204"/>
            </a:endParaRPr>
          </a:p>
          <a:p>
            <a:pPr marL="2592070" lvl="5" indent="-215900" algn="l" defTabSz="914400">
              <a:lnSpc>
                <a:spcPct val="90000"/>
              </a:lnSpc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s-MX" sz="2000" b="0" u="none" strike="noStrike">
                <a:solidFill>
                  <a:schemeClr val="dk1"/>
                </a:solidFill>
                <a:effectLst/>
                <a:uFillTx/>
                <a:latin typeface="Calibri Light" panose="020F0302020204030204"/>
              </a:rPr>
              <a:t>Sexto nivel del esquema</a:t>
            </a:r>
            <a:endParaRPr lang="es-MX" sz="2000" b="0" u="none" strike="noStrike">
              <a:solidFill>
                <a:schemeClr val="dk1"/>
              </a:solidFill>
              <a:effectLst/>
              <a:uFillTx/>
              <a:latin typeface="Calibri Light" panose="020F0302020204030204"/>
            </a:endParaRPr>
          </a:p>
          <a:p>
            <a:pPr marL="3023870" lvl="6" indent="-215900" algn="l" defTabSz="914400">
              <a:lnSpc>
                <a:spcPct val="90000"/>
              </a:lnSpc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s-MX" sz="2000" b="0" u="none" strike="noStrike">
                <a:solidFill>
                  <a:schemeClr val="dk1"/>
                </a:solidFill>
                <a:effectLst/>
                <a:uFillTx/>
                <a:latin typeface="Calibri Light" panose="020F0302020204030204"/>
              </a:rPr>
              <a:t>Séptimo nivel del esquema</a:t>
            </a:r>
            <a:endParaRPr lang="es-MX" sz="2000" b="0" u="none" strike="noStrike">
              <a:solidFill>
                <a:schemeClr val="dk1"/>
              </a:solidFill>
              <a:effectLst/>
              <a:uFillTx/>
              <a:latin typeface="Calibri Light" panose="020F0302020204030204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ontent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dt" idx="4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es-MX" sz="1400" b="0" u="none" strike="noStrike">
                <a:solidFill>
                  <a:srgbClr val="000000"/>
                </a:solidFill>
                <a:effectLst/>
                <a:uFillTx/>
                <a:latin typeface="Times New Roman" panose="02020603050405020304"/>
              </a:defRPr>
            </a:lvl1pPr>
          </a:lstStyle>
          <a:p>
            <a:pPr indent="0" algn="l">
              <a:buNone/>
            </a:pPr>
            <a:r>
              <a:rPr lang="es-MX" sz="1400" b="0" u="none" strike="noStrike">
                <a:solidFill>
                  <a:srgbClr val="000000"/>
                </a:solidFill>
                <a:effectLst/>
                <a:uFillTx/>
                <a:latin typeface="Times New Roman" panose="02020603050405020304"/>
              </a:rPr>
              <a:t>&lt;fecha/hora&gt;</a:t>
            </a:r>
            <a:endParaRPr lang="es-MX" sz="1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ftr" idx="5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s-MX" sz="1400" b="0" u="none" strike="noStrike">
                <a:solidFill>
                  <a:srgbClr val="000000"/>
                </a:solidFill>
                <a:effectLst/>
                <a:uFillTx/>
                <a:latin typeface="Times New Roman" panose="02020603050405020304"/>
              </a:defRPr>
            </a:lvl1pPr>
          </a:lstStyle>
          <a:p>
            <a:pPr indent="0" algn="ctr">
              <a:buNone/>
            </a:pPr>
            <a:r>
              <a:rPr lang="es-MX" sz="1400" b="0" u="none" strike="noStrike">
                <a:solidFill>
                  <a:srgbClr val="000000"/>
                </a:solidFill>
                <a:effectLst/>
                <a:uFillTx/>
                <a:latin typeface="Times New Roman" panose="02020603050405020304"/>
              </a:rPr>
              <a:t>&lt;pie de página&gt;</a:t>
            </a:r>
            <a:endParaRPr lang="es-MX" sz="1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sldNum" idx="6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>
              <a:buNone/>
            </a:pPr>
            <a:endParaRPr lang="es-MX" sz="12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body"/>
          </p:nvPr>
        </p:nvSpPr>
        <p:spPr>
          <a:xfrm>
            <a:off x="838080" y="551520"/>
            <a:ext cx="10515240" cy="5558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0"/>
              </a:spcBef>
              <a:buNone/>
              <a:tabLst>
                <a:tab pos="0" algn="l"/>
              </a:tabLst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 Light" panose="020F0302020204030204"/>
              </a:defRPr>
            </a:lvl1pPr>
            <a:lvl2pPr lvl="1" algn="l" defTabSz="914400"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Font typeface="Arial" panose="020B0604020202020204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 Light" panose="020F0302020204030204"/>
              </a:defRPr>
            </a:lvl2pPr>
            <a:lvl3pPr lvl="2" algn="l" defTabSz="914400"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Font typeface="Arial" panose="020B0604020202020204"/>
              <a:buChar char="•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 Light" panose="020F0302020204030204"/>
              </a:defRPr>
            </a:lvl3pPr>
            <a:lvl4pPr lvl="3" algn="l" defTabSz="914400"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Font typeface="Arial" panose="020B0604020202020204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 Light" panose="020F0302020204030204"/>
              </a:defRPr>
            </a:lvl4pPr>
            <a:lvl5pPr lvl="4" algn="l" defTabSz="914400"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Font typeface="Arial" panose="020B0604020202020204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 Light" panose="020F0302020204030204"/>
              </a:defRPr>
            </a:lvl5pPr>
          </a:lstStyle>
          <a:p>
            <a:pPr indent="0" algn="l" defTabSz="914400">
              <a:lnSpc>
                <a:spcPct val="90000"/>
              </a:lnSpc>
              <a:spcBef>
                <a:spcPts val="1000"/>
              </a:spcBef>
              <a:buNone/>
              <a:tabLst>
                <a:tab pos="0" algn="l"/>
              </a:tabLst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 Light" panose="020F0302020204030204"/>
              </a:rPr>
              <a:t>Click to edit Master text styles</a:t>
            </a:r>
            <a:endParaRPr lang="es-MX" sz="2800" b="0" u="none" strike="noStrike">
              <a:solidFill>
                <a:schemeClr val="dk1"/>
              </a:solidFill>
              <a:effectLst/>
              <a:uFillTx/>
              <a:latin typeface="Calibri Light" panose="020F0302020204030204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Font typeface="Arial" panose="020B0604020202020204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 Light" panose="020F0302020204030204"/>
              </a:rPr>
              <a:t>Second level</a:t>
            </a:r>
            <a:endParaRPr lang="es-MX" sz="2400" b="0" u="none" strike="noStrike">
              <a:solidFill>
                <a:schemeClr val="dk1"/>
              </a:solidFill>
              <a:effectLst/>
              <a:uFillTx/>
              <a:latin typeface="Calibri Light" panose="020F0302020204030204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Font typeface="Arial" panose="020B0604020202020204"/>
              <a:buChar char="•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 Light" panose="020F0302020204030204"/>
              </a:rPr>
              <a:t>Third level</a:t>
            </a:r>
            <a:endParaRPr lang="es-MX" sz="2000" b="0" u="none" strike="noStrike">
              <a:solidFill>
                <a:schemeClr val="dk1"/>
              </a:solidFill>
              <a:effectLst/>
              <a:uFillTx/>
              <a:latin typeface="Calibri Light" panose="020F0302020204030204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Font typeface="Arial" panose="020B0604020202020204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 Light" panose="020F0302020204030204"/>
              </a:rPr>
              <a:t>Fourth level</a:t>
            </a:r>
            <a:endParaRPr lang="es-MX" sz="1800" b="0" u="none" strike="noStrike">
              <a:solidFill>
                <a:schemeClr val="dk1"/>
              </a:solidFill>
              <a:effectLst/>
              <a:uFillTx/>
              <a:latin typeface="Calibri Light" panose="020F0302020204030204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Font typeface="Arial" panose="020B0604020202020204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 Light" panose="020F0302020204030204"/>
              </a:rPr>
              <a:t>Fifth level</a:t>
            </a:r>
            <a:endParaRPr lang="es-MX" sz="1800" b="0" u="none" strike="noStrike">
              <a:solidFill>
                <a:schemeClr val="dk1"/>
              </a:solidFill>
              <a:effectLst/>
              <a:uFillTx/>
              <a:latin typeface="Calibri Light" panose="020F0302020204030204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ítulo y texto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es-ES" sz="4000" b="0" u="none" strike="noStrike">
                <a:solidFill>
                  <a:schemeClr val="dk1"/>
                </a:solidFill>
                <a:effectLst/>
                <a:uFillTx/>
                <a:latin typeface="Calibri Light" panose="020F0302020204030204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es-ES" sz="4000" b="0" u="none" strike="noStrike">
                <a:solidFill>
                  <a:schemeClr val="dk1"/>
                </a:solidFill>
                <a:effectLst/>
                <a:uFillTx/>
                <a:latin typeface="Calibri Light" panose="020F0302020204030204"/>
              </a:rPr>
              <a:t>Haga clic para modificar el estilo de título del patrón</a:t>
            </a:r>
            <a:endParaRPr lang="es-MX" sz="4000" b="0" u="none" strike="noStrike">
              <a:solidFill>
                <a:schemeClr val="dk1"/>
              </a:solidFill>
              <a:effectLst/>
              <a:uFillTx/>
              <a:latin typeface="Calibri Light" panose="020F0302020204030204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0"/>
              </a:spcBef>
              <a:buNone/>
              <a:tabLst>
                <a:tab pos="0" algn="l"/>
              </a:tabLst>
              <a:defRPr lang="es-ES" sz="2800" b="0" u="none" strike="noStrike">
                <a:solidFill>
                  <a:schemeClr val="dk1"/>
                </a:solidFill>
                <a:effectLst/>
                <a:uFillTx/>
                <a:latin typeface="Calibri Light" panose="020F0302020204030204"/>
              </a:defRPr>
            </a:lvl1pPr>
            <a:lvl2pPr lvl="1" algn="l" defTabSz="914400"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Font typeface="Arial" panose="020B0604020202020204"/>
              <a:buChar char="•"/>
              <a:tabLst>
                <a:tab pos="0" algn="l"/>
              </a:tabLst>
              <a:defRPr lang="es-ES" sz="2400" b="0" u="none" strike="noStrike">
                <a:solidFill>
                  <a:schemeClr val="dk1"/>
                </a:solidFill>
                <a:effectLst/>
                <a:uFillTx/>
                <a:latin typeface="Calibri Light" panose="020F0302020204030204"/>
              </a:defRPr>
            </a:lvl2pPr>
            <a:lvl3pPr lvl="2" algn="l" defTabSz="914400"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Font typeface="Arial" panose="020B0604020202020204"/>
              <a:buChar char="•"/>
              <a:tabLst>
                <a:tab pos="0" algn="l"/>
              </a:tabLst>
              <a:defRPr lang="es-ES" sz="2000" b="0" u="none" strike="noStrike">
                <a:solidFill>
                  <a:schemeClr val="dk1"/>
                </a:solidFill>
                <a:effectLst/>
                <a:uFillTx/>
                <a:latin typeface="Calibri Light" panose="020F0302020204030204"/>
              </a:defRPr>
            </a:lvl3pPr>
            <a:lvl4pPr lvl="3" algn="l" defTabSz="914400"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Font typeface="Arial" panose="020B0604020202020204"/>
              <a:buChar char="•"/>
              <a:tabLst>
                <a:tab pos="0" algn="l"/>
              </a:tabLst>
              <a:defRPr lang="es-ES" sz="1800" b="0" u="none" strike="noStrike">
                <a:solidFill>
                  <a:schemeClr val="dk1"/>
                </a:solidFill>
                <a:effectLst/>
                <a:uFillTx/>
                <a:latin typeface="Calibri Light" panose="020F0302020204030204"/>
              </a:defRPr>
            </a:lvl4pPr>
            <a:lvl5pPr lvl="4" algn="l" defTabSz="914400"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Font typeface="Arial" panose="020B0604020202020204"/>
              <a:buChar char="•"/>
              <a:tabLst>
                <a:tab pos="0" algn="l"/>
              </a:tabLst>
              <a:defRPr lang="es-ES" sz="1800" b="0" u="none" strike="noStrike">
                <a:solidFill>
                  <a:schemeClr val="dk1"/>
                </a:solidFill>
                <a:effectLst/>
                <a:uFillTx/>
                <a:latin typeface="Calibri Light" panose="020F0302020204030204"/>
              </a:defRPr>
            </a:lvl5pPr>
          </a:lstStyle>
          <a:p>
            <a:pPr indent="0" algn="l" defTabSz="914400">
              <a:lnSpc>
                <a:spcPct val="90000"/>
              </a:lnSpc>
              <a:spcBef>
                <a:spcPts val="1000"/>
              </a:spcBef>
              <a:buNone/>
              <a:tabLst>
                <a:tab pos="0" algn="l"/>
              </a:tabLst>
            </a:pPr>
            <a:r>
              <a:rPr lang="es-ES" sz="2800" b="0" u="none" strike="noStrike">
                <a:solidFill>
                  <a:schemeClr val="dk1"/>
                </a:solidFill>
                <a:effectLst/>
                <a:uFillTx/>
                <a:latin typeface="Calibri Light" panose="020F0302020204030204"/>
              </a:rPr>
              <a:t>Editar el estilo de texto del patrón</a:t>
            </a:r>
            <a:endParaRPr lang="es-MX" sz="2800" b="0" u="none" strike="noStrike">
              <a:solidFill>
                <a:schemeClr val="dk1"/>
              </a:solidFill>
              <a:effectLst/>
              <a:uFillTx/>
              <a:latin typeface="Calibri Light" panose="020F0302020204030204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Font typeface="Arial" panose="020B0604020202020204"/>
              <a:buChar char="•"/>
              <a:tabLst>
                <a:tab pos="0" algn="l"/>
              </a:tabLst>
            </a:pPr>
            <a:r>
              <a:rPr lang="es-ES" sz="2400" b="0" u="none" strike="noStrike">
                <a:solidFill>
                  <a:schemeClr val="dk1"/>
                </a:solidFill>
                <a:effectLst/>
                <a:uFillTx/>
                <a:latin typeface="Calibri Light" panose="020F0302020204030204"/>
              </a:rPr>
              <a:t>Segundo nivel</a:t>
            </a:r>
            <a:endParaRPr lang="es-MX" sz="2400" b="0" u="none" strike="noStrike">
              <a:solidFill>
                <a:schemeClr val="dk1"/>
              </a:solidFill>
              <a:effectLst/>
              <a:uFillTx/>
              <a:latin typeface="Calibri Light" panose="020F0302020204030204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Font typeface="Arial" panose="020B0604020202020204"/>
              <a:buChar char="•"/>
              <a:tabLst>
                <a:tab pos="0" algn="l"/>
              </a:tabLst>
            </a:pPr>
            <a:r>
              <a:rPr lang="es-ES" sz="2000" b="0" u="none" strike="noStrike">
                <a:solidFill>
                  <a:schemeClr val="dk1"/>
                </a:solidFill>
                <a:effectLst/>
                <a:uFillTx/>
                <a:latin typeface="Calibri Light" panose="020F0302020204030204"/>
              </a:rPr>
              <a:t>Tercer nivel</a:t>
            </a:r>
            <a:endParaRPr lang="es-MX" sz="2000" b="0" u="none" strike="noStrike">
              <a:solidFill>
                <a:schemeClr val="dk1"/>
              </a:solidFill>
              <a:effectLst/>
              <a:uFillTx/>
              <a:latin typeface="Calibri Light" panose="020F0302020204030204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Font typeface="Arial" panose="020B0604020202020204"/>
              <a:buChar char="•"/>
              <a:tabLst>
                <a:tab pos="0" algn="l"/>
              </a:tabLst>
            </a:pPr>
            <a:r>
              <a:rPr lang="es-ES" sz="1800" b="0" u="none" strike="noStrike">
                <a:solidFill>
                  <a:schemeClr val="dk1"/>
                </a:solidFill>
                <a:effectLst/>
                <a:uFillTx/>
                <a:latin typeface="Calibri Light" panose="020F0302020204030204"/>
              </a:rPr>
              <a:t>Cuarto nivel</a:t>
            </a:r>
            <a:endParaRPr lang="es-MX" sz="1800" b="0" u="none" strike="noStrike">
              <a:solidFill>
                <a:schemeClr val="dk1"/>
              </a:solidFill>
              <a:effectLst/>
              <a:uFillTx/>
              <a:latin typeface="Calibri Light" panose="020F0302020204030204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Font typeface="Arial" panose="020B0604020202020204"/>
              <a:buChar char="•"/>
              <a:tabLst>
                <a:tab pos="0" algn="l"/>
              </a:tabLst>
            </a:pPr>
            <a:r>
              <a:rPr lang="es-ES" sz="1800" b="0" u="none" strike="noStrike">
                <a:solidFill>
                  <a:schemeClr val="dk1"/>
                </a:solidFill>
                <a:effectLst/>
                <a:uFillTx/>
                <a:latin typeface="Calibri Light" panose="020F0302020204030204"/>
              </a:rPr>
              <a:t>Quinto nivel</a:t>
            </a:r>
            <a:endParaRPr lang="es-MX" sz="1800" b="0" u="none" strike="noStrike">
              <a:solidFill>
                <a:schemeClr val="dk1"/>
              </a:solidFill>
              <a:effectLst/>
              <a:uFillTx/>
              <a:latin typeface="Calibri Light" panose="020F0302020204030204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es-MX" sz="1400" b="0" u="none" strike="noStrike">
                <a:solidFill>
                  <a:srgbClr val="000000"/>
                </a:solidFill>
                <a:effectLst/>
                <a:uFillTx/>
                <a:latin typeface="Times New Roman" panose="02020603050405020304"/>
              </a:defRPr>
            </a:lvl1pPr>
          </a:lstStyle>
          <a:p>
            <a:pPr indent="0" algn="l">
              <a:buNone/>
            </a:pPr>
            <a:r>
              <a:rPr lang="es-MX" sz="1400" b="0" u="none" strike="noStrike">
                <a:solidFill>
                  <a:srgbClr val="000000"/>
                </a:solidFill>
                <a:effectLst/>
                <a:uFillTx/>
                <a:latin typeface="Times New Roman" panose="02020603050405020304"/>
              </a:rPr>
              <a:t>&lt;fecha/hora&gt;</a:t>
            </a:r>
            <a:endParaRPr lang="es-MX" sz="1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s-MX" sz="1400" b="0" u="none" strike="noStrike">
                <a:solidFill>
                  <a:srgbClr val="000000"/>
                </a:solidFill>
                <a:effectLst/>
                <a:uFillTx/>
                <a:latin typeface="Times New Roman" panose="02020603050405020304"/>
              </a:defRPr>
            </a:lvl1pPr>
          </a:lstStyle>
          <a:p>
            <a:pPr indent="0" algn="ctr">
              <a:buNone/>
            </a:pPr>
            <a:r>
              <a:rPr lang="es-MX" sz="1400" b="0" u="none" strike="noStrike">
                <a:solidFill>
                  <a:srgbClr val="000000"/>
                </a:solidFill>
                <a:effectLst/>
                <a:uFillTx/>
                <a:latin typeface="Times New Roman" panose="02020603050405020304"/>
              </a:rPr>
              <a:t>&lt;pie de página&gt;</a:t>
            </a:r>
            <a:endParaRPr lang="es-MX" sz="1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>
              <a:buNone/>
            </a:pPr>
            <a:endParaRPr lang="es-MX" sz="12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647640" y="25848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>
            <a:lvl1pPr indent="0" algn="l" defTabSz="914400">
              <a:lnSpc>
                <a:spcPct val="90000"/>
              </a:lnSpc>
              <a:buNone/>
              <a:defRPr lang="en-US" sz="4400" b="1" u="none" strike="noStrike">
                <a:solidFill>
                  <a:schemeClr val="dk1"/>
                </a:solidFill>
                <a:effectLst/>
                <a:uFillTx/>
                <a:latin typeface="Calibri Light" panose="020F0302020204030204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en-US" sz="4400" b="1" u="none" strike="noStrike">
                <a:solidFill>
                  <a:schemeClr val="dk1"/>
                </a:solidFill>
                <a:effectLst/>
                <a:uFillTx/>
                <a:latin typeface="Calibri Light" panose="020F0302020204030204"/>
              </a:rPr>
              <a:t>Click to edit Master title style</a:t>
            </a:r>
            <a:endParaRPr lang="es-MX" sz="4400" b="1" u="none" strike="noStrike">
              <a:solidFill>
                <a:schemeClr val="dk1"/>
              </a:solidFill>
              <a:effectLst/>
              <a:uFillTx/>
              <a:latin typeface="Calibri Light" panose="020F0302020204030204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64764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>
            <a:lvl1pPr indent="0" algn="l" defTabSz="914400">
              <a:lnSpc>
                <a:spcPct val="90000"/>
              </a:lnSpc>
              <a:spcBef>
                <a:spcPts val="1000"/>
              </a:spcBef>
              <a:buNone/>
              <a:tabLst>
                <a:tab pos="0" algn="l"/>
              </a:tabLst>
              <a:defRPr lang="en-US" sz="2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 Light" panose="020F0302020204030204"/>
              </a:defRPr>
            </a:lvl1pPr>
            <a:lvl2pPr lvl="1" algn="l" defTabSz="914400">
              <a:lnSpc>
                <a:spcPct val="90000"/>
              </a:lnSpc>
              <a:spcBef>
                <a:spcPts val="500"/>
              </a:spcBef>
              <a:buClr>
                <a:srgbClr val="404040"/>
              </a:buClr>
              <a:buFont typeface="Arial" panose="020B0604020202020204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 Light" panose="020F0302020204030204"/>
              </a:defRPr>
            </a:lvl2pPr>
            <a:lvl3pPr lvl="2" algn="l" defTabSz="914400">
              <a:lnSpc>
                <a:spcPct val="90000"/>
              </a:lnSpc>
              <a:spcBef>
                <a:spcPts val="500"/>
              </a:spcBef>
              <a:buClr>
                <a:srgbClr val="404040"/>
              </a:buClr>
              <a:buFont typeface="Arial" panose="020B0604020202020204"/>
              <a:buChar char="•"/>
              <a:tabLst>
                <a:tab pos="0" algn="l"/>
              </a:tabLst>
              <a:defRPr lang="en-US" sz="20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 Light" panose="020F0302020204030204"/>
              </a:defRPr>
            </a:lvl3pPr>
            <a:lvl4pPr lvl="3" algn="l" defTabSz="914400">
              <a:lnSpc>
                <a:spcPct val="90000"/>
              </a:lnSpc>
              <a:spcBef>
                <a:spcPts val="500"/>
              </a:spcBef>
              <a:buClr>
                <a:srgbClr val="404040"/>
              </a:buClr>
              <a:buFont typeface="Arial" panose="020B0604020202020204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 Light" panose="020F0302020204030204"/>
              </a:defRPr>
            </a:lvl4pPr>
            <a:lvl5pPr lvl="4" algn="l" defTabSz="914400">
              <a:lnSpc>
                <a:spcPct val="90000"/>
              </a:lnSpc>
              <a:spcBef>
                <a:spcPts val="500"/>
              </a:spcBef>
              <a:buClr>
                <a:srgbClr val="404040"/>
              </a:buClr>
              <a:buFont typeface="Arial" panose="020B0604020202020204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 Light" panose="020F0302020204030204"/>
              </a:defRPr>
            </a:lvl5pPr>
          </a:lstStyle>
          <a:p>
            <a:pPr indent="0" algn="l" defTabSz="914400">
              <a:lnSpc>
                <a:spcPct val="90000"/>
              </a:lnSpc>
              <a:spcBef>
                <a:spcPts val="1000"/>
              </a:spcBef>
              <a:buNone/>
              <a:tabLst>
                <a:tab pos="0" algn="l"/>
              </a:tabLst>
            </a:pPr>
            <a:r>
              <a:rPr lang="en-US" sz="2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 Light" panose="020F0302020204030204"/>
              </a:rPr>
              <a:t>Click to edit Master text styles</a:t>
            </a:r>
            <a:endParaRPr lang="es-MX" sz="2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 Light" panose="020F0302020204030204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500"/>
              </a:spcBef>
              <a:buClr>
                <a:srgbClr val="404040"/>
              </a:buClr>
              <a:buFont typeface="Arial" panose="020B0604020202020204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 Light" panose="020F0302020204030204"/>
              </a:rPr>
              <a:t>Second level </a:t>
            </a:r>
            <a:endParaRPr lang="es-MX" sz="24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 Light" panose="020F0302020204030204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500"/>
              </a:spcBef>
              <a:buClr>
                <a:srgbClr val="404040"/>
              </a:buClr>
              <a:buFont typeface="Arial" panose="020B0604020202020204"/>
              <a:buChar char="•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 Light" panose="020F0302020204030204"/>
              </a:rPr>
              <a:t>Third level</a:t>
            </a:r>
            <a:endParaRPr lang="es-MX" sz="20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 Light" panose="020F0302020204030204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500"/>
              </a:spcBef>
              <a:buClr>
                <a:srgbClr val="404040"/>
              </a:buClr>
              <a:buFont typeface="Arial" panose="020B0604020202020204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 Light" panose="020F0302020204030204"/>
              </a:rPr>
              <a:t>Fourth level</a:t>
            </a:r>
            <a:endParaRPr lang="es-MX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 Light" panose="020F0302020204030204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500"/>
              </a:spcBef>
              <a:buClr>
                <a:srgbClr val="404040"/>
              </a:buClr>
              <a:buFont typeface="Arial" panose="020B0604020202020204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 Light" panose="020F0302020204030204"/>
              </a:rPr>
              <a:t>Fifth level</a:t>
            </a:r>
            <a:endParaRPr lang="es-MX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 Light" panose="020F0302020204030204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es-MX" sz="1400" b="0" u="none" strike="noStrike">
                <a:solidFill>
                  <a:srgbClr val="000000"/>
                </a:solidFill>
                <a:effectLst/>
                <a:uFillTx/>
                <a:latin typeface="Times New Roman" panose="02020603050405020304"/>
              </a:defRPr>
            </a:lvl1pPr>
          </a:lstStyle>
          <a:p>
            <a:pPr indent="0" algn="l">
              <a:buNone/>
            </a:pPr>
            <a:r>
              <a:rPr lang="es-MX" sz="1400" b="0" u="none" strike="noStrike">
                <a:solidFill>
                  <a:srgbClr val="000000"/>
                </a:solidFill>
                <a:effectLst/>
                <a:uFillTx/>
                <a:latin typeface="Times New Roman" panose="02020603050405020304"/>
              </a:rPr>
              <a:t>&lt;fecha/hora&gt;</a:t>
            </a:r>
            <a:endParaRPr lang="es-MX" sz="1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s-MX" sz="1400" b="0" u="none" strike="noStrike">
                <a:solidFill>
                  <a:srgbClr val="000000"/>
                </a:solidFill>
                <a:effectLst/>
                <a:uFillTx/>
                <a:latin typeface="Times New Roman" panose="02020603050405020304"/>
              </a:defRPr>
            </a:lvl1pPr>
          </a:lstStyle>
          <a:p>
            <a:pPr indent="0" algn="ctr">
              <a:buNone/>
            </a:pPr>
            <a:r>
              <a:rPr lang="es-MX" sz="1400" b="0" u="none" strike="noStrike">
                <a:solidFill>
                  <a:srgbClr val="000000"/>
                </a:solidFill>
                <a:effectLst/>
                <a:uFillTx/>
                <a:latin typeface="Times New Roman" panose="02020603050405020304"/>
              </a:rPr>
              <a:t>&lt;pie de página&gt;</a:t>
            </a:r>
            <a:endParaRPr lang="es-MX" sz="1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>
              <a:buNone/>
            </a:pPr>
            <a:endParaRPr lang="es-MX" sz="12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ection Header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831960" y="3750840"/>
            <a:ext cx="9842760" cy="81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en-US" sz="6000" b="0" u="none" strike="noStrike">
                <a:solidFill>
                  <a:schemeClr val="dk1"/>
                </a:solidFill>
                <a:effectLst/>
                <a:uFillTx/>
                <a:latin typeface="Calibri Light" panose="020F0302020204030204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en-US" sz="6000" b="0" u="none" strike="noStrike">
                <a:solidFill>
                  <a:schemeClr val="dk1"/>
                </a:solidFill>
                <a:effectLst/>
                <a:uFillTx/>
                <a:latin typeface="Calibri Light" panose="020F0302020204030204"/>
              </a:rPr>
              <a:t>Click to edit Master title style</a:t>
            </a:r>
            <a:endParaRPr lang="es-MX" sz="6000" b="0" u="none" strike="noStrike">
              <a:solidFill>
                <a:schemeClr val="dk1"/>
              </a:solidFill>
              <a:effectLst/>
              <a:uFillTx/>
              <a:latin typeface="Calibri Light" panose="020F0302020204030204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831960" y="4610160"/>
            <a:ext cx="7321320" cy="647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0"/>
              </a:spcBef>
              <a:buNone/>
              <a:tabLst>
                <a:tab pos="0" algn="l"/>
              </a:tabLst>
              <a:defRPr lang="en-US" sz="2400" b="0" u="none" strike="noStrike">
                <a:solidFill>
                  <a:schemeClr val="lt1">
                    <a:lumMod val="50000"/>
                  </a:schemeClr>
                </a:solidFill>
                <a:effectLst/>
                <a:uFillTx/>
                <a:latin typeface="Calibri Light" panose="020F0302020204030204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0"/>
              </a:spcBef>
              <a:buNone/>
              <a:tabLst>
                <a:tab pos="0" algn="l"/>
              </a:tabLst>
            </a:pPr>
            <a:r>
              <a:rPr lang="en-US" sz="2400" b="0" u="none" strike="noStrike">
                <a:solidFill>
                  <a:schemeClr val="lt1">
                    <a:lumMod val="50000"/>
                  </a:schemeClr>
                </a:solidFill>
                <a:effectLst/>
                <a:uFillTx/>
                <a:latin typeface="Calibri Light" panose="020F0302020204030204"/>
              </a:rPr>
              <a:t>Click to edit Master text styles</a:t>
            </a:r>
            <a:endParaRPr lang="es-MX" sz="2400" b="0" u="none" strike="noStrike">
              <a:solidFill>
                <a:schemeClr val="lt1">
                  <a:lumMod val="50000"/>
                </a:schemeClr>
              </a:solidFill>
              <a:effectLst/>
              <a:uFillTx/>
              <a:latin typeface="Calibri Light" panose="020F0302020204030204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dt" idx="13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es-MX" sz="1400" b="0" u="none" strike="noStrike">
                <a:solidFill>
                  <a:srgbClr val="000000"/>
                </a:solidFill>
                <a:effectLst/>
                <a:uFillTx/>
                <a:latin typeface="Times New Roman" panose="02020603050405020304"/>
              </a:defRPr>
            </a:lvl1pPr>
          </a:lstStyle>
          <a:p>
            <a:pPr indent="0" algn="l">
              <a:buNone/>
            </a:pPr>
            <a:r>
              <a:rPr lang="es-MX" sz="1400" b="0" u="none" strike="noStrike">
                <a:solidFill>
                  <a:srgbClr val="000000"/>
                </a:solidFill>
                <a:effectLst/>
                <a:uFillTx/>
                <a:latin typeface="Times New Roman" panose="02020603050405020304"/>
              </a:rPr>
              <a:t>&lt;fecha/hora&gt;</a:t>
            </a:r>
            <a:endParaRPr lang="es-MX" sz="1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ftr" idx="14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s-MX" sz="1400" b="0" u="none" strike="noStrike">
                <a:solidFill>
                  <a:srgbClr val="000000"/>
                </a:solidFill>
                <a:effectLst/>
                <a:uFillTx/>
                <a:latin typeface="Times New Roman" panose="02020603050405020304"/>
              </a:defRPr>
            </a:lvl1pPr>
          </a:lstStyle>
          <a:p>
            <a:pPr indent="0" algn="ctr">
              <a:buNone/>
            </a:pPr>
            <a:r>
              <a:rPr lang="es-MX" sz="1400" b="0" u="none" strike="noStrike">
                <a:solidFill>
                  <a:srgbClr val="000000"/>
                </a:solidFill>
                <a:effectLst/>
                <a:uFillTx/>
                <a:latin typeface="Times New Roman" panose="02020603050405020304"/>
              </a:rPr>
              <a:t>&lt;pie de página&gt;</a:t>
            </a:r>
            <a:endParaRPr lang="es-MX" sz="1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5" name="PlaceHolder 5"/>
          <p:cNvSpPr>
            <a:spLocks noGrp="1"/>
          </p:cNvSpPr>
          <p:nvPr>
            <p:ph type="sldNum" idx="15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>
              <a:buNone/>
            </a:pPr>
            <a:endParaRPr lang="es-MX" sz="12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647640" y="25848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>
            <a:lvl1pPr indent="0" algn="l" defTabSz="914400">
              <a:lnSpc>
                <a:spcPct val="9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 Light" panose="020F0302020204030204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 Light" panose="020F0302020204030204"/>
              </a:rPr>
              <a:t>Click to edit Master title style</a:t>
            </a:r>
            <a:endParaRPr lang="es-MX" sz="4400" b="0" u="none" strike="noStrike">
              <a:solidFill>
                <a:schemeClr val="dk1"/>
              </a:solidFill>
              <a:effectLst/>
              <a:uFillTx/>
              <a:latin typeface="Calibri Light" panose="020F0302020204030204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64764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>
            <a:lvl1pPr indent="0" algn="l" defTabSz="914400">
              <a:lnSpc>
                <a:spcPct val="150000"/>
              </a:lnSpc>
              <a:spcBef>
                <a:spcPts val="1000"/>
              </a:spcBef>
              <a:buNone/>
              <a:tabLst>
                <a:tab pos="0" algn="l"/>
              </a:tabLst>
              <a:defRPr lang="en-US" sz="2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 Light" panose="020F0302020204030204"/>
              </a:defRPr>
            </a:lvl1pPr>
            <a:lvl2pPr lvl="1" algn="l" defTabSz="914400">
              <a:lnSpc>
                <a:spcPct val="150000"/>
              </a:lnSpc>
              <a:spcBef>
                <a:spcPts val="500"/>
              </a:spcBef>
              <a:buClr>
                <a:srgbClr val="404040"/>
              </a:buClr>
              <a:buFont typeface="Arial" panose="020B0604020202020204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 Light" panose="020F0302020204030204"/>
              </a:defRPr>
            </a:lvl2pPr>
            <a:lvl3pPr lvl="2" algn="l" defTabSz="914400">
              <a:lnSpc>
                <a:spcPct val="150000"/>
              </a:lnSpc>
              <a:spcBef>
                <a:spcPts val="500"/>
              </a:spcBef>
              <a:buClr>
                <a:srgbClr val="404040"/>
              </a:buClr>
              <a:buFont typeface="Arial" panose="020B0604020202020204"/>
              <a:buChar char="•"/>
              <a:tabLst>
                <a:tab pos="0" algn="l"/>
              </a:tabLst>
              <a:defRPr lang="en-US" sz="20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 Light" panose="020F0302020204030204"/>
              </a:defRPr>
            </a:lvl3pPr>
            <a:lvl4pPr lvl="3" algn="l" defTabSz="914400">
              <a:lnSpc>
                <a:spcPct val="150000"/>
              </a:lnSpc>
              <a:spcBef>
                <a:spcPts val="500"/>
              </a:spcBef>
              <a:buClr>
                <a:srgbClr val="404040"/>
              </a:buClr>
              <a:buFont typeface="Arial" panose="020B0604020202020204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 Light" panose="020F0302020204030204"/>
              </a:defRPr>
            </a:lvl4pPr>
            <a:lvl5pPr lvl="4" algn="l" defTabSz="914400">
              <a:lnSpc>
                <a:spcPct val="150000"/>
              </a:lnSpc>
              <a:spcBef>
                <a:spcPts val="500"/>
              </a:spcBef>
              <a:buClr>
                <a:srgbClr val="404040"/>
              </a:buClr>
              <a:buFont typeface="Arial" panose="020B0604020202020204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 Light" panose="020F0302020204030204"/>
              </a:defRPr>
            </a:lvl5pPr>
          </a:lstStyle>
          <a:p>
            <a:pPr indent="0" algn="l" defTabSz="914400">
              <a:lnSpc>
                <a:spcPct val="150000"/>
              </a:lnSpc>
              <a:spcBef>
                <a:spcPts val="1000"/>
              </a:spcBef>
              <a:buNone/>
              <a:tabLst>
                <a:tab pos="0" algn="l"/>
              </a:tabLst>
            </a:pPr>
            <a:r>
              <a:rPr lang="en-US" sz="2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 Light" panose="020F0302020204030204"/>
              </a:rPr>
              <a:t>Click to edit Master text styles</a:t>
            </a:r>
            <a:endParaRPr lang="en-US" sz="2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 Light" panose="020F0302020204030204"/>
            </a:endParaRPr>
          </a:p>
          <a:p>
            <a:pPr marL="685800" lvl="1" indent="-228600" algn="l" defTabSz="914400">
              <a:lnSpc>
                <a:spcPct val="150000"/>
              </a:lnSpc>
              <a:spcBef>
                <a:spcPts val="500"/>
              </a:spcBef>
              <a:buClr>
                <a:srgbClr val="404040"/>
              </a:buClr>
              <a:buFont typeface="Arial" panose="020B0604020202020204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 Light" panose="020F0302020204030204"/>
              </a:rPr>
              <a:t>Second level</a:t>
            </a:r>
            <a:endParaRPr lang="en-US" sz="24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 Light" panose="020F0302020204030204"/>
            </a:endParaRPr>
          </a:p>
          <a:p>
            <a:pPr marL="1143000" lvl="2" indent="-228600" algn="l" defTabSz="914400">
              <a:lnSpc>
                <a:spcPct val="150000"/>
              </a:lnSpc>
              <a:spcBef>
                <a:spcPts val="500"/>
              </a:spcBef>
              <a:buClr>
                <a:srgbClr val="404040"/>
              </a:buClr>
              <a:buFont typeface="Arial" panose="020B0604020202020204"/>
              <a:buChar char="•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 Light" panose="020F0302020204030204"/>
              </a:rPr>
              <a:t>Third level</a:t>
            </a:r>
            <a:endParaRPr lang="en-US" sz="20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 Light" panose="020F0302020204030204"/>
            </a:endParaRPr>
          </a:p>
          <a:p>
            <a:pPr marL="1600200" lvl="3" indent="-228600" algn="l" defTabSz="914400">
              <a:lnSpc>
                <a:spcPct val="150000"/>
              </a:lnSpc>
              <a:spcBef>
                <a:spcPts val="500"/>
              </a:spcBef>
              <a:buClr>
                <a:srgbClr val="404040"/>
              </a:buClr>
              <a:buFont typeface="Arial" panose="020B0604020202020204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 Light" panose="020F0302020204030204"/>
              </a:rPr>
              <a:t>Fourth level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 Light" panose="020F0302020204030204"/>
            </a:endParaRPr>
          </a:p>
          <a:p>
            <a:pPr marL="2057400" lvl="4" indent="-228600" algn="l" defTabSz="914400">
              <a:lnSpc>
                <a:spcPct val="150000"/>
              </a:lnSpc>
              <a:spcBef>
                <a:spcPts val="500"/>
              </a:spcBef>
              <a:buClr>
                <a:srgbClr val="404040"/>
              </a:buClr>
              <a:buFont typeface="Arial" panose="020B0604020202020204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 Light" panose="020F0302020204030204"/>
              </a:rPr>
              <a:t>Fifth level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 Light" panose="020F0302020204030204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598176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>
            <a:lvl1pPr indent="0" algn="l" defTabSz="914400">
              <a:lnSpc>
                <a:spcPct val="150000"/>
              </a:lnSpc>
              <a:spcBef>
                <a:spcPts val="1000"/>
              </a:spcBef>
              <a:buNone/>
              <a:tabLst>
                <a:tab pos="0" algn="l"/>
              </a:tabLst>
              <a:defRPr lang="en-US" sz="2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 Light" panose="020F0302020204030204"/>
              </a:defRPr>
            </a:lvl1pPr>
            <a:lvl2pPr lvl="1" algn="l" defTabSz="914400">
              <a:lnSpc>
                <a:spcPct val="150000"/>
              </a:lnSpc>
              <a:spcBef>
                <a:spcPts val="500"/>
              </a:spcBef>
              <a:buClr>
                <a:srgbClr val="404040"/>
              </a:buClr>
              <a:buFont typeface="Arial" panose="020B0604020202020204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 Light" panose="020F0302020204030204"/>
              </a:defRPr>
            </a:lvl2pPr>
            <a:lvl3pPr lvl="2" algn="l" defTabSz="914400">
              <a:lnSpc>
                <a:spcPct val="150000"/>
              </a:lnSpc>
              <a:spcBef>
                <a:spcPts val="500"/>
              </a:spcBef>
              <a:buClr>
                <a:srgbClr val="404040"/>
              </a:buClr>
              <a:buFont typeface="Arial" panose="020B0604020202020204"/>
              <a:buChar char="•"/>
              <a:tabLst>
                <a:tab pos="0" algn="l"/>
              </a:tabLst>
              <a:defRPr lang="en-US" sz="20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 Light" panose="020F0302020204030204"/>
              </a:defRPr>
            </a:lvl3pPr>
            <a:lvl4pPr lvl="3" algn="l" defTabSz="914400">
              <a:lnSpc>
                <a:spcPct val="150000"/>
              </a:lnSpc>
              <a:spcBef>
                <a:spcPts val="500"/>
              </a:spcBef>
              <a:buClr>
                <a:srgbClr val="404040"/>
              </a:buClr>
              <a:buFont typeface="Arial" panose="020B0604020202020204"/>
              <a:buChar char="•"/>
              <a:tabLst>
                <a:tab pos="0" algn="l"/>
              </a:tabLst>
              <a:defRPr lang="en-US" sz="20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 Light" panose="020F0302020204030204"/>
              </a:defRPr>
            </a:lvl4pPr>
            <a:lvl5pPr lvl="4" algn="l" defTabSz="914400">
              <a:lnSpc>
                <a:spcPct val="150000"/>
              </a:lnSpc>
              <a:spcBef>
                <a:spcPts val="500"/>
              </a:spcBef>
              <a:buClr>
                <a:srgbClr val="404040"/>
              </a:buClr>
              <a:buFont typeface="Arial" panose="020B0604020202020204"/>
              <a:buChar char="•"/>
              <a:tabLst>
                <a:tab pos="0" algn="l"/>
              </a:tabLst>
              <a:defRPr lang="en-US" sz="20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 Light" panose="020F0302020204030204"/>
              </a:defRPr>
            </a:lvl5pPr>
          </a:lstStyle>
          <a:p>
            <a:pPr indent="0" algn="l" defTabSz="914400">
              <a:lnSpc>
                <a:spcPct val="150000"/>
              </a:lnSpc>
              <a:spcBef>
                <a:spcPts val="1000"/>
              </a:spcBef>
              <a:buNone/>
              <a:tabLst>
                <a:tab pos="0" algn="l"/>
              </a:tabLst>
            </a:pPr>
            <a:r>
              <a:rPr lang="en-US" sz="2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 Light" panose="020F0302020204030204"/>
              </a:rPr>
              <a:t>Click to edit Master text styles</a:t>
            </a:r>
            <a:endParaRPr lang="en-US" sz="2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 Light" panose="020F0302020204030204"/>
            </a:endParaRPr>
          </a:p>
          <a:p>
            <a:pPr marL="685800" lvl="1" indent="-228600" algn="l" defTabSz="914400">
              <a:lnSpc>
                <a:spcPct val="150000"/>
              </a:lnSpc>
              <a:spcBef>
                <a:spcPts val="500"/>
              </a:spcBef>
              <a:buClr>
                <a:srgbClr val="404040"/>
              </a:buClr>
              <a:buFont typeface="Arial" panose="020B0604020202020204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 Light" panose="020F0302020204030204"/>
              </a:rPr>
              <a:t>Second level</a:t>
            </a:r>
            <a:endParaRPr lang="en-US" sz="24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 Light" panose="020F0302020204030204"/>
            </a:endParaRPr>
          </a:p>
          <a:p>
            <a:pPr marL="1143000" lvl="2" indent="-228600" algn="l" defTabSz="914400">
              <a:lnSpc>
                <a:spcPct val="150000"/>
              </a:lnSpc>
              <a:spcBef>
                <a:spcPts val="500"/>
              </a:spcBef>
              <a:buClr>
                <a:srgbClr val="404040"/>
              </a:buClr>
              <a:buFont typeface="Arial" panose="020B0604020202020204"/>
              <a:buChar char="•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 Light" panose="020F0302020204030204"/>
              </a:rPr>
              <a:t>Third level</a:t>
            </a:r>
            <a:endParaRPr lang="en-US" sz="20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 Light" panose="020F0302020204030204"/>
            </a:endParaRPr>
          </a:p>
          <a:p>
            <a:pPr marL="1600200" lvl="3" indent="-228600" algn="l" defTabSz="914400">
              <a:lnSpc>
                <a:spcPct val="150000"/>
              </a:lnSpc>
              <a:spcBef>
                <a:spcPts val="500"/>
              </a:spcBef>
              <a:buClr>
                <a:srgbClr val="404040"/>
              </a:buClr>
              <a:buFont typeface="Arial" panose="020B0604020202020204"/>
              <a:buChar char="•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 Light" panose="020F0302020204030204"/>
              </a:rPr>
              <a:t>Fourth level</a:t>
            </a:r>
            <a:endParaRPr lang="en-US" sz="20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 Light" panose="020F0302020204030204"/>
            </a:endParaRPr>
          </a:p>
          <a:p>
            <a:pPr marL="2057400" lvl="4" indent="-228600" algn="l" defTabSz="914400">
              <a:lnSpc>
                <a:spcPct val="150000"/>
              </a:lnSpc>
              <a:spcBef>
                <a:spcPts val="500"/>
              </a:spcBef>
              <a:buClr>
                <a:srgbClr val="404040"/>
              </a:buClr>
              <a:buFont typeface="Arial" panose="020B0604020202020204"/>
              <a:buChar char="•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 Light" panose="020F0302020204030204"/>
              </a:rPr>
              <a:t>Fifth level</a:t>
            </a:r>
            <a:endParaRPr lang="en-US" sz="20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 Light" panose="020F0302020204030204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dt" idx="16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es-MX" sz="1400" b="0" u="none" strike="noStrike">
                <a:solidFill>
                  <a:srgbClr val="000000"/>
                </a:solidFill>
                <a:effectLst/>
                <a:uFillTx/>
                <a:latin typeface="Times New Roman" panose="02020603050405020304"/>
              </a:defRPr>
            </a:lvl1pPr>
          </a:lstStyle>
          <a:p>
            <a:pPr indent="0" algn="l">
              <a:buNone/>
            </a:pPr>
            <a:r>
              <a:rPr lang="es-MX" sz="1400" b="0" u="none" strike="noStrike">
                <a:solidFill>
                  <a:srgbClr val="000000"/>
                </a:solidFill>
                <a:effectLst/>
                <a:uFillTx/>
                <a:latin typeface="Times New Roman" panose="02020603050405020304"/>
              </a:rPr>
              <a:t>&lt;fecha/hora&gt;</a:t>
            </a:r>
            <a:endParaRPr lang="es-MX" sz="1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ftr" idx="17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s-MX" sz="1400" b="0" u="none" strike="noStrike">
                <a:solidFill>
                  <a:srgbClr val="000000"/>
                </a:solidFill>
                <a:effectLst/>
                <a:uFillTx/>
                <a:latin typeface="Times New Roman" panose="02020603050405020304"/>
              </a:defRPr>
            </a:lvl1pPr>
          </a:lstStyle>
          <a:p>
            <a:pPr indent="0" algn="ctr">
              <a:buNone/>
            </a:pPr>
            <a:r>
              <a:rPr lang="es-MX" sz="1400" b="0" u="none" strike="noStrike">
                <a:solidFill>
                  <a:srgbClr val="000000"/>
                </a:solidFill>
                <a:effectLst/>
                <a:uFillTx/>
                <a:latin typeface="Times New Roman" panose="02020603050405020304"/>
              </a:rPr>
              <a:t>&lt;pie de página&gt;</a:t>
            </a:r>
            <a:endParaRPr lang="es-MX" sz="1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31" name="PlaceHolder 6"/>
          <p:cNvSpPr>
            <a:spLocks noGrp="1"/>
          </p:cNvSpPr>
          <p:nvPr>
            <p:ph type="sldNum" idx="18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>
              <a:buNone/>
            </a:pPr>
            <a:endParaRPr lang="es-MX" sz="12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omparison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8398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 Light" panose="020F0302020204030204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 Light" panose="020F0302020204030204"/>
              </a:rPr>
              <a:t>Click to edit Master title style</a:t>
            </a:r>
            <a:endParaRPr lang="es-MX" sz="4400" b="0" u="none" strike="noStrike">
              <a:solidFill>
                <a:schemeClr val="dk1"/>
              </a:solidFill>
              <a:effectLst/>
              <a:uFillTx/>
              <a:latin typeface="Calibri Light" panose="020F0302020204030204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839880" y="1744920"/>
            <a:ext cx="5157360" cy="823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0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 Light" panose="020F0302020204030204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0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 Light" panose="020F0302020204030204"/>
              </a:rPr>
              <a:t>Click to edit Master text styles</a:t>
            </a:r>
            <a:endParaRPr lang="es-MX" sz="2400" b="0" u="none" strike="noStrike">
              <a:solidFill>
                <a:schemeClr val="dk1"/>
              </a:solidFill>
              <a:effectLst/>
              <a:uFillTx/>
              <a:latin typeface="Calibri Light" panose="020F0302020204030204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body"/>
          </p:nvPr>
        </p:nvSpPr>
        <p:spPr>
          <a:xfrm>
            <a:off x="839880" y="2615760"/>
            <a:ext cx="5157360" cy="3573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0"/>
              </a:spcBef>
              <a:buNone/>
              <a:tabLst>
                <a:tab pos="0" algn="l"/>
              </a:tabLst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 Light" panose="020F0302020204030204"/>
              </a:defRPr>
            </a:lvl1pPr>
            <a:lvl2pPr lvl="1" algn="l" defTabSz="914400"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Font typeface="Arial" panose="020B0604020202020204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 Light" panose="020F0302020204030204"/>
              </a:defRPr>
            </a:lvl2pPr>
            <a:lvl3pPr lvl="2" algn="l" defTabSz="914400"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Font typeface="Arial" panose="020B0604020202020204"/>
              <a:buChar char="•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 Light" panose="020F0302020204030204"/>
              </a:defRPr>
            </a:lvl3pPr>
            <a:lvl4pPr lvl="3" algn="l" defTabSz="914400"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Font typeface="Arial" panose="020B0604020202020204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 Light" panose="020F0302020204030204"/>
              </a:defRPr>
            </a:lvl4pPr>
            <a:lvl5pPr lvl="4" algn="l" defTabSz="914400"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Font typeface="Arial" panose="020B0604020202020204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 Light" panose="020F0302020204030204"/>
              </a:defRPr>
            </a:lvl5pPr>
          </a:lstStyle>
          <a:p>
            <a:pPr indent="0" algn="l" defTabSz="914400">
              <a:lnSpc>
                <a:spcPct val="90000"/>
              </a:lnSpc>
              <a:spcBef>
                <a:spcPts val="1000"/>
              </a:spcBef>
              <a:buNone/>
              <a:tabLst>
                <a:tab pos="0" algn="l"/>
              </a:tabLst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 Light" panose="020F0302020204030204"/>
              </a:rPr>
              <a:t>Click to edit Master text styles</a:t>
            </a:r>
            <a:endParaRPr lang="es-MX" sz="2800" b="0" u="none" strike="noStrike">
              <a:solidFill>
                <a:schemeClr val="dk1"/>
              </a:solidFill>
              <a:effectLst/>
              <a:uFillTx/>
              <a:latin typeface="Calibri Light" panose="020F0302020204030204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Font typeface="Arial" panose="020B0604020202020204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 Light" panose="020F0302020204030204"/>
              </a:rPr>
              <a:t>Second level</a:t>
            </a:r>
            <a:endParaRPr lang="es-MX" sz="2400" b="0" u="none" strike="noStrike">
              <a:solidFill>
                <a:schemeClr val="dk1"/>
              </a:solidFill>
              <a:effectLst/>
              <a:uFillTx/>
              <a:latin typeface="Calibri Light" panose="020F0302020204030204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Font typeface="Arial" panose="020B0604020202020204"/>
              <a:buChar char="•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 Light" panose="020F0302020204030204"/>
              </a:rPr>
              <a:t>Third level</a:t>
            </a:r>
            <a:endParaRPr lang="es-MX" sz="2000" b="0" u="none" strike="noStrike">
              <a:solidFill>
                <a:schemeClr val="dk1"/>
              </a:solidFill>
              <a:effectLst/>
              <a:uFillTx/>
              <a:latin typeface="Calibri Light" panose="020F0302020204030204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Font typeface="Arial" panose="020B0604020202020204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 Light" panose="020F0302020204030204"/>
              </a:rPr>
              <a:t>Fourth level</a:t>
            </a:r>
            <a:endParaRPr lang="es-MX" sz="1800" b="0" u="none" strike="noStrike">
              <a:solidFill>
                <a:schemeClr val="dk1"/>
              </a:solidFill>
              <a:effectLst/>
              <a:uFillTx/>
              <a:latin typeface="Calibri Light" panose="020F0302020204030204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Font typeface="Arial" panose="020B0604020202020204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 Light" panose="020F0302020204030204"/>
              </a:rPr>
              <a:t>Fifth level</a:t>
            </a:r>
            <a:endParaRPr lang="es-MX" sz="1800" b="0" u="none" strike="noStrike">
              <a:solidFill>
                <a:schemeClr val="dk1"/>
              </a:solidFill>
              <a:effectLst/>
              <a:uFillTx/>
              <a:latin typeface="Calibri Light" panose="020F0302020204030204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body"/>
          </p:nvPr>
        </p:nvSpPr>
        <p:spPr>
          <a:xfrm>
            <a:off x="6172200" y="1744920"/>
            <a:ext cx="5182920" cy="823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0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 Light" panose="020F0302020204030204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0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 Light" panose="020F0302020204030204"/>
              </a:rPr>
              <a:t>Click to edit Master text styles</a:t>
            </a:r>
            <a:endParaRPr lang="es-MX" sz="2400" b="0" u="none" strike="noStrike">
              <a:solidFill>
                <a:schemeClr val="dk1"/>
              </a:solidFill>
              <a:effectLst/>
              <a:uFillTx/>
              <a:latin typeface="Calibri Light" panose="020F0302020204030204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body"/>
          </p:nvPr>
        </p:nvSpPr>
        <p:spPr>
          <a:xfrm>
            <a:off x="6172200" y="2615760"/>
            <a:ext cx="5182920" cy="3573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0"/>
              </a:spcBef>
              <a:buNone/>
              <a:tabLst>
                <a:tab pos="0" algn="l"/>
              </a:tabLst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 Light" panose="020F0302020204030204"/>
              </a:defRPr>
            </a:lvl1pPr>
            <a:lvl2pPr lvl="1" algn="l" defTabSz="914400"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Font typeface="Arial" panose="020B0604020202020204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 Light" panose="020F0302020204030204"/>
              </a:defRPr>
            </a:lvl2pPr>
            <a:lvl3pPr lvl="2" algn="l" defTabSz="914400"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Font typeface="Arial" panose="020B0604020202020204"/>
              <a:buChar char="•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 Light" panose="020F0302020204030204"/>
              </a:defRPr>
            </a:lvl3pPr>
            <a:lvl4pPr lvl="3" algn="l" defTabSz="914400"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Font typeface="Arial" panose="020B0604020202020204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 Light" panose="020F0302020204030204"/>
              </a:defRPr>
            </a:lvl4pPr>
            <a:lvl5pPr lvl="4" algn="l" defTabSz="914400"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Font typeface="Arial" panose="020B0604020202020204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 Light" panose="020F0302020204030204"/>
              </a:defRPr>
            </a:lvl5pPr>
          </a:lstStyle>
          <a:p>
            <a:pPr indent="0" algn="l" defTabSz="914400">
              <a:lnSpc>
                <a:spcPct val="90000"/>
              </a:lnSpc>
              <a:spcBef>
                <a:spcPts val="1000"/>
              </a:spcBef>
              <a:buNone/>
              <a:tabLst>
                <a:tab pos="0" algn="l"/>
              </a:tabLst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 Light" panose="020F0302020204030204"/>
              </a:rPr>
              <a:t>Click to edit Master text styles</a:t>
            </a:r>
            <a:endParaRPr lang="es-MX" sz="2800" b="0" u="none" strike="noStrike">
              <a:solidFill>
                <a:schemeClr val="dk1"/>
              </a:solidFill>
              <a:effectLst/>
              <a:uFillTx/>
              <a:latin typeface="Calibri Light" panose="020F0302020204030204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Font typeface="Arial" panose="020B0604020202020204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 Light" panose="020F0302020204030204"/>
              </a:rPr>
              <a:t>Second level</a:t>
            </a:r>
            <a:endParaRPr lang="es-MX" sz="2400" b="0" u="none" strike="noStrike">
              <a:solidFill>
                <a:schemeClr val="dk1"/>
              </a:solidFill>
              <a:effectLst/>
              <a:uFillTx/>
              <a:latin typeface="Calibri Light" panose="020F0302020204030204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Font typeface="Arial" panose="020B0604020202020204"/>
              <a:buChar char="•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 Light" panose="020F0302020204030204"/>
              </a:rPr>
              <a:t>Third level</a:t>
            </a:r>
            <a:endParaRPr lang="es-MX" sz="2000" b="0" u="none" strike="noStrike">
              <a:solidFill>
                <a:schemeClr val="dk1"/>
              </a:solidFill>
              <a:effectLst/>
              <a:uFillTx/>
              <a:latin typeface="Calibri Light" panose="020F0302020204030204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Font typeface="Arial" panose="020B0604020202020204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 Light" panose="020F0302020204030204"/>
              </a:rPr>
              <a:t>Fourth level</a:t>
            </a:r>
            <a:endParaRPr lang="es-MX" sz="1800" b="0" u="none" strike="noStrike">
              <a:solidFill>
                <a:schemeClr val="dk1"/>
              </a:solidFill>
              <a:effectLst/>
              <a:uFillTx/>
              <a:latin typeface="Calibri Light" panose="020F0302020204030204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Font typeface="Arial" panose="020B0604020202020204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 Light" panose="020F0302020204030204"/>
              </a:rPr>
              <a:t>Fifth level</a:t>
            </a:r>
            <a:endParaRPr lang="es-MX" sz="1800" b="0" u="none" strike="noStrike">
              <a:solidFill>
                <a:schemeClr val="dk1"/>
              </a:solidFill>
              <a:effectLst/>
              <a:uFillTx/>
              <a:latin typeface="Calibri Light" panose="020F0302020204030204"/>
            </a:endParaRPr>
          </a:p>
        </p:txBody>
      </p:sp>
      <p:sp>
        <p:nvSpPr>
          <p:cNvPr id="37" name="PlaceHolder 6"/>
          <p:cNvSpPr>
            <a:spLocks noGrp="1"/>
          </p:cNvSpPr>
          <p:nvPr>
            <p:ph type="dt" idx="19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es-MX" sz="1400" b="0" u="none" strike="noStrike">
                <a:solidFill>
                  <a:srgbClr val="000000"/>
                </a:solidFill>
                <a:effectLst/>
                <a:uFillTx/>
                <a:latin typeface="Times New Roman" panose="02020603050405020304"/>
              </a:defRPr>
            </a:lvl1pPr>
          </a:lstStyle>
          <a:p>
            <a:pPr indent="0" algn="l">
              <a:buNone/>
            </a:pPr>
            <a:r>
              <a:rPr lang="es-MX" sz="1400" b="0" u="none" strike="noStrike">
                <a:solidFill>
                  <a:srgbClr val="000000"/>
                </a:solidFill>
                <a:effectLst/>
                <a:uFillTx/>
                <a:latin typeface="Times New Roman" panose="02020603050405020304"/>
              </a:rPr>
              <a:t>&lt;fecha/hora&gt;</a:t>
            </a:r>
            <a:endParaRPr lang="es-MX" sz="1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38" name="PlaceHolder 7"/>
          <p:cNvSpPr>
            <a:spLocks noGrp="1"/>
          </p:cNvSpPr>
          <p:nvPr>
            <p:ph type="ftr" idx="20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s-MX" sz="1400" b="0" u="none" strike="noStrike">
                <a:solidFill>
                  <a:srgbClr val="000000"/>
                </a:solidFill>
                <a:effectLst/>
                <a:uFillTx/>
                <a:latin typeface="Times New Roman" panose="02020603050405020304"/>
              </a:defRPr>
            </a:lvl1pPr>
          </a:lstStyle>
          <a:p>
            <a:pPr indent="0" algn="ctr">
              <a:buNone/>
            </a:pPr>
            <a:r>
              <a:rPr lang="es-MX" sz="1400" b="0" u="none" strike="noStrike">
                <a:solidFill>
                  <a:srgbClr val="000000"/>
                </a:solidFill>
                <a:effectLst/>
                <a:uFillTx/>
                <a:latin typeface="Times New Roman" panose="02020603050405020304"/>
              </a:rPr>
              <a:t>&lt;pie de página&gt;</a:t>
            </a:r>
            <a:endParaRPr lang="es-MX" sz="1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39" name="PlaceHolder 8"/>
          <p:cNvSpPr>
            <a:spLocks noGrp="1"/>
          </p:cNvSpPr>
          <p:nvPr>
            <p:ph type="sldNum" idx="21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>
              <a:buNone/>
            </a:pPr>
            <a:endParaRPr lang="es-MX" sz="12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838080" y="27662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>
            <a:lvl1pPr indent="0" algn="ctr" defTabSz="914400">
              <a:lnSpc>
                <a:spcPct val="9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 Light" panose="020F0302020204030204"/>
              </a:defRPr>
            </a:lvl1pPr>
          </a:lstStyle>
          <a:p>
            <a:pPr indent="0" algn="ctr" defTabSz="914400">
              <a:lnSpc>
                <a:spcPct val="9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 Light" panose="020F0302020204030204"/>
              </a:rPr>
              <a:t>Click to edit Master title style</a:t>
            </a:r>
            <a:endParaRPr lang="es-MX" sz="4400" b="0" u="none" strike="noStrike">
              <a:solidFill>
                <a:schemeClr val="dk1"/>
              </a:solidFill>
              <a:effectLst/>
              <a:uFillTx/>
              <a:latin typeface="Calibri Light" panose="020F0302020204030204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dt" idx="22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es-MX" sz="1400" b="0" u="none" strike="noStrike">
                <a:solidFill>
                  <a:srgbClr val="000000"/>
                </a:solidFill>
                <a:effectLst/>
                <a:uFillTx/>
                <a:latin typeface="Times New Roman" panose="02020603050405020304"/>
              </a:defRPr>
            </a:lvl1pPr>
          </a:lstStyle>
          <a:p>
            <a:pPr indent="0" algn="l">
              <a:buNone/>
            </a:pPr>
            <a:r>
              <a:rPr lang="es-MX" sz="1400" b="0" u="none" strike="noStrike">
                <a:solidFill>
                  <a:srgbClr val="000000"/>
                </a:solidFill>
                <a:effectLst/>
                <a:uFillTx/>
                <a:latin typeface="Times New Roman" panose="02020603050405020304"/>
              </a:rPr>
              <a:t>&lt;fecha/hora&gt;</a:t>
            </a:r>
            <a:endParaRPr lang="es-MX" sz="1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ftr" idx="23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s-MX" sz="1400" b="0" u="none" strike="noStrike">
                <a:solidFill>
                  <a:srgbClr val="000000"/>
                </a:solidFill>
                <a:effectLst/>
                <a:uFillTx/>
                <a:latin typeface="Times New Roman" panose="02020603050405020304"/>
              </a:defRPr>
            </a:lvl1pPr>
          </a:lstStyle>
          <a:p>
            <a:pPr indent="0" algn="ctr">
              <a:buNone/>
            </a:pPr>
            <a:r>
              <a:rPr lang="es-MX" sz="1400" b="0" u="none" strike="noStrike">
                <a:solidFill>
                  <a:srgbClr val="000000"/>
                </a:solidFill>
                <a:effectLst/>
                <a:uFillTx/>
                <a:latin typeface="Times New Roman" panose="02020603050405020304"/>
              </a:rPr>
              <a:t>&lt;pie de página&gt;</a:t>
            </a:r>
            <a:endParaRPr lang="es-MX" sz="1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 type="sldNum" idx="24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>
              <a:buNone/>
            </a:pPr>
            <a:endParaRPr lang="es-MX" sz="12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dt" idx="25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es-MX" sz="1400" b="0" u="none" strike="noStrike">
                <a:solidFill>
                  <a:srgbClr val="000000"/>
                </a:solidFill>
                <a:effectLst/>
                <a:uFillTx/>
                <a:latin typeface="Times New Roman" panose="02020603050405020304"/>
              </a:defRPr>
            </a:lvl1pPr>
          </a:lstStyle>
          <a:p>
            <a:pPr indent="0" algn="l">
              <a:buNone/>
            </a:pPr>
            <a:r>
              <a:rPr lang="es-MX" sz="1400" b="0" u="none" strike="noStrike">
                <a:solidFill>
                  <a:srgbClr val="000000"/>
                </a:solidFill>
                <a:effectLst/>
                <a:uFillTx/>
                <a:latin typeface="Times New Roman" panose="02020603050405020304"/>
              </a:rPr>
              <a:t>&lt;fecha/hora&gt;</a:t>
            </a:r>
            <a:endParaRPr lang="es-MX" sz="1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ftr" idx="26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s-MX" sz="1400" b="0" u="none" strike="noStrike">
                <a:solidFill>
                  <a:srgbClr val="000000"/>
                </a:solidFill>
                <a:effectLst/>
                <a:uFillTx/>
                <a:latin typeface="Times New Roman" panose="02020603050405020304"/>
              </a:defRPr>
            </a:lvl1pPr>
          </a:lstStyle>
          <a:p>
            <a:pPr indent="0" algn="ctr">
              <a:buNone/>
            </a:pPr>
            <a:r>
              <a:rPr lang="es-MX" sz="1400" b="0" u="none" strike="noStrike">
                <a:solidFill>
                  <a:srgbClr val="000000"/>
                </a:solidFill>
                <a:effectLst/>
                <a:uFillTx/>
                <a:latin typeface="Times New Roman" panose="02020603050405020304"/>
              </a:rPr>
              <a:t>&lt;pie de página&gt;</a:t>
            </a:r>
            <a:endParaRPr lang="es-MX" sz="1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sldNum" idx="27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>
              <a:buNone/>
            </a:pPr>
            <a:endParaRPr lang="es-MX" sz="12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title" hasCustomPrompt="1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es-MX" sz="4000" b="0" u="none" strike="noStrike">
                <a:solidFill>
                  <a:schemeClr val="dk1"/>
                </a:solidFill>
                <a:effectLst/>
                <a:uFillTx/>
                <a:latin typeface="Calibri Light" panose="020F0302020204030204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es-MX" sz="4000" b="0" u="none" strike="noStrike">
                <a:solidFill>
                  <a:schemeClr val="dk1"/>
                </a:solidFill>
                <a:effectLst/>
                <a:uFillTx/>
                <a:latin typeface="Calibri Light" panose="020F0302020204030204"/>
              </a:rPr>
              <a:t>Pulse para editar el formato del texto de título</a:t>
            </a:r>
            <a:endParaRPr lang="es-MX" sz="4000" b="0" u="none" strike="noStrike">
              <a:solidFill>
                <a:schemeClr val="dk1"/>
              </a:solidFill>
              <a:effectLst/>
              <a:uFillTx/>
              <a:latin typeface="Calibri Light" panose="020F0302020204030204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body" hasCustomPrompt="1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indent="0" algn="l" defTabSz="914400">
              <a:lnSpc>
                <a:spcPct val="90000"/>
              </a:lnSpc>
              <a:spcBef>
                <a:spcPts val="1000"/>
              </a:spcBef>
              <a:tabLst>
                <a:tab pos="0" algn="l"/>
              </a:tabLst>
              <a:defRPr lang="es-MX" sz="2800" b="0" u="none" strike="noStrike">
                <a:solidFill>
                  <a:schemeClr val="dk1"/>
                </a:solidFill>
                <a:effectLst/>
                <a:uFillTx/>
                <a:latin typeface="Calibri Light" panose="020F0302020204030204"/>
              </a:defRPr>
            </a:lvl1pPr>
            <a:lvl2pPr lvl="1" algn="l" defTabSz="914400"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SzPct val="75000"/>
              <a:buFont typeface="Symbol" panose="05050102010706020507" charset="2"/>
              <a:buChar char=""/>
              <a:defRPr lang="es-MX" sz="2400" b="0" u="none" strike="noStrike">
                <a:solidFill>
                  <a:schemeClr val="dk1"/>
                </a:solidFill>
                <a:effectLst/>
                <a:uFillTx/>
                <a:latin typeface="Calibri Light" panose="020F0302020204030204"/>
              </a:defRPr>
            </a:lvl2pPr>
            <a:lvl3pPr lvl="2" algn="l" defTabSz="914400"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  <a:defRPr lang="es-MX" sz="2000" b="0" u="none" strike="noStrike">
                <a:solidFill>
                  <a:schemeClr val="dk1"/>
                </a:solidFill>
                <a:effectLst/>
                <a:uFillTx/>
                <a:latin typeface="Calibri Light" panose="020F0302020204030204"/>
              </a:defRPr>
            </a:lvl3pPr>
            <a:lvl4pPr lvl="3" algn="l" defTabSz="914400"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SzPct val="75000"/>
              <a:buFont typeface="Symbol" panose="05050102010706020507" charset="2"/>
              <a:buChar char=""/>
              <a:defRPr lang="es-MX" sz="1800" b="0" u="none" strike="noStrike">
                <a:solidFill>
                  <a:schemeClr val="dk1"/>
                </a:solidFill>
                <a:effectLst/>
                <a:uFillTx/>
                <a:latin typeface="Calibri Light" panose="020F0302020204030204"/>
              </a:defRPr>
            </a:lvl4pPr>
            <a:lvl5pPr lvl="4" algn="l" defTabSz="914400"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  <a:defRPr lang="es-MX" sz="1800" b="0" u="none" strike="noStrike">
                <a:solidFill>
                  <a:schemeClr val="dk1"/>
                </a:solidFill>
                <a:effectLst/>
                <a:uFillTx/>
                <a:latin typeface="Calibri Light" panose="020F0302020204030204"/>
              </a:defRPr>
            </a:lvl5pPr>
            <a:lvl6pPr lvl="5" algn="l" defTabSz="914400">
              <a:lnSpc>
                <a:spcPct val="90000"/>
              </a:lnSpc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  <a:defRPr lang="es-MX" sz="2000" b="0" u="none" strike="noStrike">
                <a:solidFill>
                  <a:schemeClr val="dk1"/>
                </a:solidFill>
                <a:effectLst/>
                <a:uFillTx/>
                <a:latin typeface="Calibri Light" panose="020F0302020204030204"/>
              </a:defRPr>
            </a:lvl6pPr>
            <a:lvl7pPr lvl="6" algn="l" defTabSz="914400">
              <a:lnSpc>
                <a:spcPct val="90000"/>
              </a:lnSpc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  <a:defRPr lang="es-MX" sz="2000" b="0" u="none" strike="noStrike">
                <a:solidFill>
                  <a:schemeClr val="dk1"/>
                </a:solidFill>
                <a:effectLst/>
                <a:uFillTx/>
                <a:latin typeface="Calibri Light" panose="020F0302020204030204"/>
              </a:defRPr>
            </a:lvl7pPr>
          </a:lstStyle>
          <a:p>
            <a:pPr indent="0" algn="l" defTabSz="914400">
              <a:lnSpc>
                <a:spcPct val="90000"/>
              </a:lnSpc>
              <a:spcBef>
                <a:spcPts val="1000"/>
              </a:spcBef>
              <a:tabLst>
                <a:tab pos="0" algn="l"/>
              </a:tabLst>
            </a:pPr>
            <a:r>
              <a:rPr lang="es-MX" sz="2800" b="0" u="none" strike="noStrike">
                <a:solidFill>
                  <a:schemeClr val="dk1"/>
                </a:solidFill>
                <a:effectLst/>
                <a:uFillTx/>
                <a:latin typeface="Calibri Light" panose="020F0302020204030204"/>
              </a:rPr>
              <a:t>Pulse para editar el formato de texto del esquema</a:t>
            </a:r>
            <a:endParaRPr lang="es-MX" sz="2800" b="0" u="none" strike="noStrike">
              <a:solidFill>
                <a:schemeClr val="dk1"/>
              </a:solidFill>
              <a:effectLst/>
              <a:uFillTx/>
              <a:latin typeface="Calibri Light" panose="020F0302020204030204"/>
            </a:endParaRPr>
          </a:p>
          <a:p>
            <a:pPr marL="864235" lvl="1" indent="-323850" algn="l" defTabSz="914400"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SzPct val="75000"/>
              <a:buFont typeface="Symbol" panose="05050102010706020507" charset="2"/>
              <a:buChar char=""/>
            </a:pPr>
            <a:r>
              <a:rPr lang="es-MX" sz="2400" b="0" u="none" strike="noStrike">
                <a:solidFill>
                  <a:schemeClr val="dk1"/>
                </a:solidFill>
                <a:effectLst/>
                <a:uFillTx/>
                <a:latin typeface="Calibri Light" panose="020F0302020204030204"/>
              </a:rPr>
              <a:t>Segundo nivel del esquema</a:t>
            </a:r>
            <a:endParaRPr lang="es-MX" sz="2400" b="0" u="none" strike="noStrike">
              <a:solidFill>
                <a:schemeClr val="dk1"/>
              </a:solidFill>
              <a:effectLst/>
              <a:uFillTx/>
              <a:latin typeface="Calibri Light" panose="020F0302020204030204"/>
            </a:endParaRPr>
          </a:p>
          <a:p>
            <a:pPr marL="1296035" lvl="2" indent="-288290" algn="l" defTabSz="914400"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s-MX" sz="2000" b="0" u="none" strike="noStrike">
                <a:solidFill>
                  <a:schemeClr val="dk1"/>
                </a:solidFill>
                <a:effectLst/>
                <a:uFillTx/>
                <a:latin typeface="Calibri Light" panose="020F0302020204030204"/>
              </a:rPr>
              <a:t>Tercer nivel del esquema</a:t>
            </a:r>
            <a:endParaRPr lang="es-MX" sz="2000" b="0" u="none" strike="noStrike">
              <a:solidFill>
                <a:schemeClr val="dk1"/>
              </a:solidFill>
              <a:effectLst/>
              <a:uFillTx/>
              <a:latin typeface="Calibri Light" panose="020F0302020204030204"/>
            </a:endParaRPr>
          </a:p>
          <a:p>
            <a:pPr marL="1727835" lvl="3" indent="-215900" algn="l" defTabSz="914400"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SzPct val="75000"/>
              <a:buFont typeface="Symbol" panose="05050102010706020507" charset="2"/>
              <a:buChar char=""/>
            </a:pP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 Light" panose="020F0302020204030204"/>
              </a:rPr>
              <a:t>Cuarto nivel del esquema</a:t>
            </a:r>
            <a:endParaRPr lang="es-MX" sz="1800" b="0" u="none" strike="noStrike">
              <a:solidFill>
                <a:schemeClr val="dk1"/>
              </a:solidFill>
              <a:effectLst/>
              <a:uFillTx/>
              <a:latin typeface="Calibri Light" panose="020F0302020204030204"/>
            </a:endParaRPr>
          </a:p>
          <a:p>
            <a:pPr marL="2160270" lvl="4" indent="-215900" algn="l" defTabSz="914400"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 Light" panose="020F0302020204030204"/>
              </a:rPr>
              <a:t>Quinto nivel del esquema</a:t>
            </a:r>
            <a:endParaRPr lang="es-MX" sz="1800" b="0" u="none" strike="noStrike">
              <a:solidFill>
                <a:schemeClr val="dk1"/>
              </a:solidFill>
              <a:effectLst/>
              <a:uFillTx/>
              <a:latin typeface="Calibri Light" panose="020F0302020204030204"/>
            </a:endParaRPr>
          </a:p>
          <a:p>
            <a:pPr marL="2592070" lvl="5" indent="-215900" algn="l" defTabSz="914400">
              <a:lnSpc>
                <a:spcPct val="90000"/>
              </a:lnSpc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s-MX" sz="2000" b="0" u="none" strike="noStrike">
                <a:solidFill>
                  <a:schemeClr val="dk1"/>
                </a:solidFill>
                <a:effectLst/>
                <a:uFillTx/>
                <a:latin typeface="Calibri Light" panose="020F0302020204030204"/>
              </a:rPr>
              <a:t>Sexto nivel del esquema</a:t>
            </a:r>
            <a:endParaRPr lang="es-MX" sz="2000" b="0" u="none" strike="noStrike">
              <a:solidFill>
                <a:schemeClr val="dk1"/>
              </a:solidFill>
              <a:effectLst/>
              <a:uFillTx/>
              <a:latin typeface="Calibri Light" panose="020F0302020204030204"/>
            </a:endParaRPr>
          </a:p>
          <a:p>
            <a:pPr marL="3023870" lvl="6" indent="-215900" algn="l" defTabSz="914400">
              <a:lnSpc>
                <a:spcPct val="90000"/>
              </a:lnSpc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s-MX" sz="2000" b="0" u="none" strike="noStrike">
                <a:solidFill>
                  <a:schemeClr val="dk1"/>
                </a:solidFill>
                <a:effectLst/>
                <a:uFillTx/>
                <a:latin typeface="Calibri Light" panose="020F0302020204030204"/>
              </a:rPr>
              <a:t>Séptimo nivel del esquema</a:t>
            </a:r>
            <a:endParaRPr lang="es-MX" sz="2000" b="0" u="none" strike="noStrike">
              <a:solidFill>
                <a:schemeClr val="dk1"/>
              </a:solidFill>
              <a:effectLst/>
              <a:uFillTx/>
              <a:latin typeface="Calibri Light" panose="020F0302020204030204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icture with Caption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646920" y="127080"/>
            <a:ext cx="4164840" cy="1599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>
            <a:lvl1pPr indent="0" algn="l" defTabSz="914400">
              <a:lnSpc>
                <a:spcPct val="90000"/>
              </a:lnSpc>
              <a:buNone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 Light" panose="020F0302020204030204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 Light" panose="020F0302020204030204"/>
              </a:rPr>
              <a:t>Click to edit Master title style</a:t>
            </a:r>
            <a:endParaRPr lang="es-MX" sz="3200" b="0" u="none" strike="noStrike">
              <a:solidFill>
                <a:schemeClr val="dk1"/>
              </a:solidFill>
              <a:effectLst/>
              <a:uFillTx/>
              <a:latin typeface="Calibri Light" panose="020F0302020204030204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 hasCustomPrompt="1"/>
          </p:nvPr>
        </p:nvSpPr>
        <p:spPr>
          <a:xfrm>
            <a:off x="5184000" y="766440"/>
            <a:ext cx="5816880" cy="5094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400">
              <a:lnSpc>
                <a:spcPct val="150000"/>
              </a:lnSpc>
              <a:spcBef>
                <a:spcPts val="1000"/>
              </a:spcBef>
              <a:tabLst>
                <a:tab pos="0" algn="l"/>
              </a:tabLst>
              <a:defRPr lang="es-MX" sz="3200" b="0" u="none" strike="noStrike">
                <a:solidFill>
                  <a:schemeClr val="dk1"/>
                </a:solidFill>
                <a:effectLst/>
                <a:uFillTx/>
                <a:latin typeface="Calibri Light" panose="020F0302020204030204"/>
              </a:defRPr>
            </a:lvl1pPr>
            <a:lvl2pPr lvl="1" algn="l" defTabSz="914400"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SzPct val="75000"/>
              <a:buFont typeface="Symbol" panose="05050102010706020507" charset="2"/>
              <a:buChar char=""/>
              <a:defRPr lang="es-MX" sz="3200" b="0" u="none" strike="noStrike">
                <a:solidFill>
                  <a:schemeClr val="dk1"/>
                </a:solidFill>
                <a:effectLst/>
                <a:uFillTx/>
                <a:latin typeface="Calibri Light" panose="020F0302020204030204"/>
              </a:defRPr>
            </a:lvl2pPr>
            <a:lvl3pPr lvl="2" algn="l" defTabSz="914400"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  <a:defRPr lang="es-MX" sz="3200" b="0" u="none" strike="noStrike">
                <a:solidFill>
                  <a:schemeClr val="dk1"/>
                </a:solidFill>
                <a:effectLst/>
                <a:uFillTx/>
                <a:latin typeface="Calibri Light" panose="020F0302020204030204"/>
              </a:defRPr>
            </a:lvl3pPr>
            <a:lvl4pPr lvl="3" algn="l" defTabSz="914400"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SzPct val="75000"/>
              <a:buFont typeface="Symbol" panose="05050102010706020507" charset="2"/>
              <a:buChar char=""/>
              <a:defRPr lang="es-MX" sz="3200" b="0" u="none" strike="noStrike">
                <a:solidFill>
                  <a:schemeClr val="dk1"/>
                </a:solidFill>
                <a:effectLst/>
                <a:uFillTx/>
                <a:latin typeface="Calibri Light" panose="020F0302020204030204"/>
              </a:defRPr>
            </a:lvl4pPr>
            <a:lvl5pPr lvl="4" algn="l" defTabSz="914400"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  <a:defRPr lang="es-MX" sz="3200" b="0" u="none" strike="noStrike">
                <a:solidFill>
                  <a:schemeClr val="dk1"/>
                </a:solidFill>
                <a:effectLst/>
                <a:uFillTx/>
                <a:latin typeface="Calibri Light" panose="020F0302020204030204"/>
              </a:defRPr>
            </a:lvl5pPr>
            <a:lvl6pPr lvl="5" algn="l" defTabSz="914400">
              <a:lnSpc>
                <a:spcPct val="90000"/>
              </a:lnSpc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  <a:defRPr lang="es-MX" sz="3200" b="0" u="none" strike="noStrike">
                <a:solidFill>
                  <a:schemeClr val="dk1"/>
                </a:solidFill>
                <a:effectLst/>
                <a:uFillTx/>
                <a:latin typeface="Calibri Light" panose="020F0302020204030204"/>
              </a:defRPr>
            </a:lvl6pPr>
            <a:lvl7pPr lvl="6" algn="l" defTabSz="914400">
              <a:lnSpc>
                <a:spcPct val="90000"/>
              </a:lnSpc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  <a:defRPr lang="es-MX" sz="3200" b="0" u="none" strike="noStrike">
                <a:solidFill>
                  <a:schemeClr val="dk1"/>
                </a:solidFill>
                <a:effectLst/>
                <a:uFillTx/>
                <a:latin typeface="Calibri Light" panose="020F0302020204030204"/>
              </a:defRPr>
            </a:lvl7pPr>
          </a:lstStyle>
          <a:p>
            <a:pPr indent="0" algn="l" defTabSz="914400">
              <a:lnSpc>
                <a:spcPct val="150000"/>
              </a:lnSpc>
              <a:spcBef>
                <a:spcPts val="1000"/>
              </a:spcBef>
              <a:tabLst>
                <a:tab pos="0" algn="l"/>
              </a:tabLst>
            </a:pPr>
            <a:r>
              <a:rPr lang="es-MX" sz="3200" b="0" u="none" strike="noStrike">
                <a:solidFill>
                  <a:schemeClr val="dk1"/>
                </a:solidFill>
                <a:effectLst/>
                <a:uFillTx/>
                <a:latin typeface="Calibri Light" panose="020F0302020204030204"/>
              </a:rPr>
              <a:t>Pulse para editar el formato de texto del esquema</a:t>
            </a:r>
            <a:endParaRPr lang="es-MX" sz="3200" b="0" u="none" strike="noStrike">
              <a:solidFill>
                <a:schemeClr val="dk1"/>
              </a:solidFill>
              <a:effectLst/>
              <a:uFillTx/>
              <a:latin typeface="Calibri Light" panose="020F0302020204030204"/>
            </a:endParaRPr>
          </a:p>
          <a:p>
            <a:pPr marL="457200" lvl="1" algn="l" defTabSz="914400"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SzPct val="75000"/>
              <a:buFont typeface="Symbol" panose="05050102010706020507" charset="2"/>
              <a:buChar char=""/>
            </a:pPr>
            <a:r>
              <a:rPr lang="es-MX" sz="3200" b="0" u="none" strike="noStrike">
                <a:solidFill>
                  <a:schemeClr val="dk1"/>
                </a:solidFill>
                <a:effectLst/>
                <a:uFillTx/>
                <a:latin typeface="Calibri Light" panose="020F0302020204030204"/>
              </a:rPr>
              <a:t>Segundo nivel del esquema</a:t>
            </a:r>
            <a:endParaRPr lang="es-MX" sz="3200" b="0" u="none" strike="noStrike">
              <a:solidFill>
                <a:schemeClr val="dk1"/>
              </a:solidFill>
              <a:effectLst/>
              <a:uFillTx/>
              <a:latin typeface="Calibri Light" panose="020F0302020204030204"/>
            </a:endParaRPr>
          </a:p>
          <a:p>
            <a:pPr marL="914400" lvl="2" algn="l" defTabSz="914400"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s-MX" sz="3200" b="0" u="none" strike="noStrike">
                <a:solidFill>
                  <a:schemeClr val="dk1"/>
                </a:solidFill>
                <a:effectLst/>
                <a:uFillTx/>
                <a:latin typeface="Calibri Light" panose="020F0302020204030204"/>
              </a:rPr>
              <a:t>Tercer nivel del esquema</a:t>
            </a:r>
            <a:endParaRPr lang="es-MX" sz="3200" b="0" u="none" strike="noStrike">
              <a:solidFill>
                <a:schemeClr val="dk1"/>
              </a:solidFill>
              <a:effectLst/>
              <a:uFillTx/>
              <a:latin typeface="Calibri Light" panose="020F0302020204030204"/>
            </a:endParaRPr>
          </a:p>
          <a:p>
            <a:pPr marL="1371600" lvl="3" algn="l" defTabSz="914400"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SzPct val="75000"/>
              <a:buFont typeface="Symbol" panose="05050102010706020507" charset="2"/>
              <a:buChar char=""/>
            </a:pPr>
            <a:r>
              <a:rPr lang="es-MX" sz="3200" b="0" u="none" strike="noStrike">
                <a:solidFill>
                  <a:schemeClr val="dk1"/>
                </a:solidFill>
                <a:effectLst/>
                <a:uFillTx/>
                <a:latin typeface="Calibri Light" panose="020F0302020204030204"/>
              </a:rPr>
              <a:t>Cuarto nivel del esquema</a:t>
            </a:r>
            <a:endParaRPr lang="es-MX" sz="3200" b="0" u="none" strike="noStrike">
              <a:solidFill>
                <a:schemeClr val="dk1"/>
              </a:solidFill>
              <a:effectLst/>
              <a:uFillTx/>
              <a:latin typeface="Calibri Light" panose="020F0302020204030204"/>
            </a:endParaRPr>
          </a:p>
          <a:p>
            <a:pPr marL="1828800" lvl="4" algn="l" defTabSz="914400"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s-MX" sz="3200" b="0" u="none" strike="noStrike">
                <a:solidFill>
                  <a:schemeClr val="dk1"/>
                </a:solidFill>
                <a:effectLst/>
                <a:uFillTx/>
                <a:latin typeface="Calibri Light" panose="020F0302020204030204"/>
              </a:rPr>
              <a:t>Quinto nivel del esquema</a:t>
            </a:r>
            <a:endParaRPr lang="es-MX" sz="3200" b="0" u="none" strike="noStrike">
              <a:solidFill>
                <a:schemeClr val="dk1"/>
              </a:solidFill>
              <a:effectLst/>
              <a:uFillTx/>
              <a:latin typeface="Calibri Light" panose="020F0302020204030204"/>
            </a:endParaRPr>
          </a:p>
          <a:p>
            <a:pPr marL="2286000" lvl="5" algn="l" defTabSz="914400">
              <a:lnSpc>
                <a:spcPct val="90000"/>
              </a:lnSpc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s-MX" sz="3200" b="0" u="none" strike="noStrike">
                <a:solidFill>
                  <a:schemeClr val="dk1"/>
                </a:solidFill>
                <a:effectLst/>
                <a:uFillTx/>
                <a:latin typeface="Calibri Light" panose="020F0302020204030204"/>
              </a:rPr>
              <a:t>Sexto nivel del esquema</a:t>
            </a:r>
            <a:endParaRPr lang="es-MX" sz="3200" b="0" u="none" strike="noStrike">
              <a:solidFill>
                <a:schemeClr val="dk1"/>
              </a:solidFill>
              <a:effectLst/>
              <a:uFillTx/>
              <a:latin typeface="Calibri Light" panose="020F0302020204030204"/>
            </a:endParaRPr>
          </a:p>
          <a:p>
            <a:pPr marL="2743200" lvl="6" algn="l" defTabSz="914400">
              <a:lnSpc>
                <a:spcPct val="90000"/>
              </a:lnSpc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s-MX" sz="3200" b="0" u="none" strike="noStrike">
                <a:solidFill>
                  <a:schemeClr val="dk1"/>
                </a:solidFill>
                <a:effectLst/>
                <a:uFillTx/>
                <a:latin typeface="Calibri Light" panose="020F0302020204030204"/>
              </a:rPr>
              <a:t>Séptimo nivel del esquema</a:t>
            </a:r>
            <a:endParaRPr lang="es-MX" sz="3200" b="0" u="none" strike="noStrike">
              <a:solidFill>
                <a:schemeClr val="dk1"/>
              </a:solidFill>
              <a:effectLst/>
              <a:uFillTx/>
              <a:latin typeface="Calibri Light" panose="020F0302020204030204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651960" y="2057400"/>
            <a:ext cx="4164840" cy="3811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>
            <a:lvl1pPr indent="0" algn="l" defTabSz="914400">
              <a:lnSpc>
                <a:spcPct val="150000"/>
              </a:lnSpc>
              <a:spcBef>
                <a:spcPts val="1000"/>
              </a:spcBef>
              <a:buNone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 Light" panose="020F0302020204030204"/>
              </a:defRPr>
            </a:lvl1pPr>
          </a:lstStyle>
          <a:p>
            <a:pPr indent="0" algn="l" defTabSz="914400">
              <a:lnSpc>
                <a:spcPct val="150000"/>
              </a:lnSpc>
              <a:spcBef>
                <a:spcPts val="1000"/>
              </a:spcBef>
              <a:buNone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 Light" panose="020F0302020204030204"/>
              </a:rPr>
              <a:t>Click to edit Master text styles</a:t>
            </a:r>
            <a:endParaRPr lang="es-MX" sz="1600" b="0" u="none" strike="noStrike">
              <a:solidFill>
                <a:schemeClr val="dk1"/>
              </a:solidFill>
              <a:effectLst/>
              <a:uFillTx/>
              <a:latin typeface="Calibri Light" panose="020F0302020204030204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dt" idx="28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es-MX" sz="1400" b="0" u="none" strike="noStrike">
                <a:solidFill>
                  <a:srgbClr val="000000"/>
                </a:solidFill>
                <a:effectLst/>
                <a:uFillTx/>
                <a:latin typeface="Times New Roman" panose="02020603050405020304"/>
              </a:defRPr>
            </a:lvl1pPr>
          </a:lstStyle>
          <a:p>
            <a:pPr indent="0" algn="l">
              <a:buNone/>
            </a:pPr>
            <a:r>
              <a:rPr lang="es-MX" sz="1400" b="0" u="none" strike="noStrike">
                <a:solidFill>
                  <a:srgbClr val="000000"/>
                </a:solidFill>
                <a:effectLst/>
                <a:uFillTx/>
                <a:latin typeface="Times New Roman" panose="02020603050405020304"/>
              </a:rPr>
              <a:t>&lt;fecha/hora&gt;</a:t>
            </a:r>
            <a:endParaRPr lang="es-MX" sz="1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ftr" idx="29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s-MX" sz="1400" b="0" u="none" strike="noStrike">
                <a:solidFill>
                  <a:srgbClr val="000000"/>
                </a:solidFill>
                <a:effectLst/>
                <a:uFillTx/>
                <a:latin typeface="Times New Roman" panose="02020603050405020304"/>
              </a:defRPr>
            </a:lvl1pPr>
          </a:lstStyle>
          <a:p>
            <a:pPr indent="0" algn="ctr">
              <a:buNone/>
            </a:pPr>
            <a:r>
              <a:rPr lang="es-MX" sz="1400" b="0" u="none" strike="noStrike">
                <a:solidFill>
                  <a:srgbClr val="000000"/>
                </a:solidFill>
                <a:effectLst/>
                <a:uFillTx/>
                <a:latin typeface="Times New Roman" panose="02020603050405020304"/>
              </a:rPr>
              <a:t>&lt;pie de página&gt;</a:t>
            </a:r>
            <a:endParaRPr lang="es-MX" sz="1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sldNum" idx="30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>
              <a:buNone/>
            </a:pPr>
            <a:endParaRPr lang="es-MX" sz="12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9824400" y="365040"/>
            <a:ext cx="1528920" cy="5811480"/>
          </a:xfrm>
          <a:prstGeom prst="rect">
            <a:avLst/>
          </a:prstGeom>
          <a:noFill/>
          <a:ln w="0">
            <a:noFill/>
          </a:ln>
        </p:spPr>
        <p:txBody>
          <a:bodyPr vert="eaVert" lIns="91440" tIns="45720" rIns="91440" bIns="45720" anchor="ctr">
            <a:normAutofit/>
          </a:bodyPr>
          <a:lstStyle>
            <a:lvl1pPr indent="0" algn="l" defTabSz="914400">
              <a:lnSpc>
                <a:spcPct val="9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 Light" panose="020F0302020204030204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 Light" panose="020F0302020204030204"/>
              </a:rPr>
              <a:t>Click to edit Master title style</a:t>
            </a:r>
            <a:endParaRPr lang="es-MX" sz="4400" b="0" u="none" strike="noStrike">
              <a:solidFill>
                <a:schemeClr val="dk1"/>
              </a:solidFill>
              <a:effectLst/>
              <a:uFillTx/>
              <a:latin typeface="Calibri Light" panose="020F0302020204030204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838080" y="365040"/>
            <a:ext cx="8879760" cy="5811480"/>
          </a:xfrm>
          <a:prstGeom prst="rect">
            <a:avLst/>
          </a:prstGeom>
          <a:noFill/>
          <a:ln w="0">
            <a:noFill/>
          </a:ln>
        </p:spPr>
        <p:txBody>
          <a:bodyPr vert="eaVert" lIns="91440" tIns="45720" rIns="91440" bIns="45720" anchor="t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0"/>
              </a:spcBef>
              <a:buNone/>
              <a:tabLst>
                <a:tab pos="0" algn="l"/>
              </a:tabLst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 Light" panose="020F0302020204030204"/>
              </a:defRPr>
            </a:lvl1pPr>
            <a:lvl2pPr lvl="1" algn="l" defTabSz="914400"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Font typeface="Arial" panose="020B0604020202020204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 Light" panose="020F0302020204030204"/>
              </a:defRPr>
            </a:lvl2pPr>
            <a:lvl3pPr lvl="2" algn="l" defTabSz="914400"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Font typeface="Arial" panose="020B0604020202020204"/>
              <a:buChar char="•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 Light" panose="020F0302020204030204"/>
              </a:defRPr>
            </a:lvl3pPr>
            <a:lvl4pPr lvl="3" algn="l" defTabSz="914400"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Font typeface="Arial" panose="020B0604020202020204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 Light" panose="020F0302020204030204"/>
              </a:defRPr>
            </a:lvl4pPr>
            <a:lvl5pPr lvl="4" algn="l" defTabSz="914400"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Font typeface="Arial" panose="020B0604020202020204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 Light" panose="020F0302020204030204"/>
              </a:defRPr>
            </a:lvl5pPr>
          </a:lstStyle>
          <a:p>
            <a:pPr indent="0" algn="l" defTabSz="914400">
              <a:lnSpc>
                <a:spcPct val="90000"/>
              </a:lnSpc>
              <a:spcBef>
                <a:spcPts val="1000"/>
              </a:spcBef>
              <a:buNone/>
              <a:tabLst>
                <a:tab pos="0" algn="l"/>
              </a:tabLst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 Light" panose="020F0302020204030204"/>
              </a:rPr>
              <a:t>Click to edit Master text styles</a:t>
            </a:r>
            <a:endParaRPr lang="es-MX" sz="2800" b="0" u="none" strike="noStrike">
              <a:solidFill>
                <a:schemeClr val="dk1"/>
              </a:solidFill>
              <a:effectLst/>
              <a:uFillTx/>
              <a:latin typeface="Calibri Light" panose="020F0302020204030204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Font typeface="Arial" panose="020B0604020202020204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 Light" panose="020F0302020204030204"/>
              </a:rPr>
              <a:t>Second level</a:t>
            </a:r>
            <a:endParaRPr lang="es-MX" sz="2400" b="0" u="none" strike="noStrike">
              <a:solidFill>
                <a:schemeClr val="dk1"/>
              </a:solidFill>
              <a:effectLst/>
              <a:uFillTx/>
              <a:latin typeface="Calibri Light" panose="020F0302020204030204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Font typeface="Arial" panose="020B0604020202020204"/>
              <a:buChar char="•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 Light" panose="020F0302020204030204"/>
              </a:rPr>
              <a:t>Third level</a:t>
            </a:r>
            <a:endParaRPr lang="es-MX" sz="2000" b="0" u="none" strike="noStrike">
              <a:solidFill>
                <a:schemeClr val="dk1"/>
              </a:solidFill>
              <a:effectLst/>
              <a:uFillTx/>
              <a:latin typeface="Calibri Light" panose="020F0302020204030204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Font typeface="Arial" panose="020B0604020202020204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 Light" panose="020F0302020204030204"/>
              </a:rPr>
              <a:t>Fourth level</a:t>
            </a:r>
            <a:endParaRPr lang="es-MX" sz="1800" b="0" u="none" strike="noStrike">
              <a:solidFill>
                <a:schemeClr val="dk1"/>
              </a:solidFill>
              <a:effectLst/>
              <a:uFillTx/>
              <a:latin typeface="Calibri Light" panose="020F0302020204030204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Font typeface="Arial" panose="020B0604020202020204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 Light" panose="020F0302020204030204"/>
              </a:rPr>
              <a:t>Fifth level</a:t>
            </a:r>
            <a:endParaRPr lang="es-MX" sz="1800" b="0" u="none" strike="noStrike">
              <a:solidFill>
                <a:schemeClr val="dk1"/>
              </a:solidFill>
              <a:effectLst/>
              <a:uFillTx/>
              <a:latin typeface="Calibri Light" panose="020F0302020204030204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dt" idx="3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es-MX" sz="1400" b="0" u="none" strike="noStrike">
                <a:solidFill>
                  <a:srgbClr val="000000"/>
                </a:solidFill>
                <a:effectLst/>
                <a:uFillTx/>
                <a:latin typeface="Times New Roman" panose="02020603050405020304"/>
              </a:defRPr>
            </a:lvl1pPr>
          </a:lstStyle>
          <a:p>
            <a:pPr indent="0" algn="l">
              <a:buNone/>
            </a:pPr>
            <a:r>
              <a:rPr lang="es-MX" sz="1400" b="0" u="none" strike="noStrike">
                <a:solidFill>
                  <a:srgbClr val="000000"/>
                </a:solidFill>
                <a:effectLst/>
                <a:uFillTx/>
                <a:latin typeface="Times New Roman" panose="02020603050405020304"/>
              </a:rPr>
              <a:t>&lt;fecha/hora&gt;</a:t>
            </a:r>
            <a:endParaRPr lang="es-MX" sz="1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ftr" idx="3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s-MX" sz="1400" b="0" u="none" strike="noStrike">
                <a:solidFill>
                  <a:srgbClr val="000000"/>
                </a:solidFill>
                <a:effectLst/>
                <a:uFillTx/>
                <a:latin typeface="Times New Roman" panose="02020603050405020304"/>
              </a:defRPr>
            </a:lvl1pPr>
          </a:lstStyle>
          <a:p>
            <a:pPr indent="0" algn="ctr">
              <a:buNone/>
            </a:pPr>
            <a:r>
              <a:rPr lang="es-MX" sz="1400" b="0" u="none" strike="noStrike">
                <a:solidFill>
                  <a:srgbClr val="000000"/>
                </a:solidFill>
                <a:effectLst/>
                <a:uFillTx/>
                <a:latin typeface="Times New Roman" panose="02020603050405020304"/>
              </a:rPr>
              <a:t>&lt;pie de página&gt;</a:t>
            </a:r>
            <a:endParaRPr lang="es-MX" sz="1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sldNum" idx="3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>
              <a:buNone/>
            </a:pPr>
            <a:endParaRPr lang="es-MX" sz="12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/>
    <p:bodyStyle/>
    <p:otherStyle/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image" Target="../media/image9.png"/><Relationship Id="rId8" Type="http://schemas.openxmlformats.org/officeDocument/2006/relationships/image" Target="../media/image8.png"/><Relationship Id="rId7" Type="http://schemas.openxmlformats.org/officeDocument/2006/relationships/image" Target="../media/image7.png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6" Type="http://schemas.openxmlformats.org/officeDocument/2006/relationships/slideLayout" Target="../slideLayouts/slideLayout9.xml"/><Relationship Id="rId25" Type="http://schemas.openxmlformats.org/officeDocument/2006/relationships/image" Target="../media/image25.png"/><Relationship Id="rId24" Type="http://schemas.openxmlformats.org/officeDocument/2006/relationships/image" Target="../media/image24.png"/><Relationship Id="rId23" Type="http://schemas.openxmlformats.org/officeDocument/2006/relationships/image" Target="../media/image23.png"/><Relationship Id="rId22" Type="http://schemas.openxmlformats.org/officeDocument/2006/relationships/image" Target="../media/image22.png"/><Relationship Id="rId21" Type="http://schemas.openxmlformats.org/officeDocument/2006/relationships/image" Target="../media/image21.png"/><Relationship Id="rId20" Type="http://schemas.openxmlformats.org/officeDocument/2006/relationships/image" Target="../media/image20.png"/><Relationship Id="rId2" Type="http://schemas.openxmlformats.org/officeDocument/2006/relationships/image" Target="../media/image2.png"/><Relationship Id="rId19" Type="http://schemas.openxmlformats.org/officeDocument/2006/relationships/image" Target="../media/image19.png"/><Relationship Id="rId18" Type="http://schemas.openxmlformats.org/officeDocument/2006/relationships/image" Target="../media/image18.png"/><Relationship Id="rId17" Type="http://schemas.openxmlformats.org/officeDocument/2006/relationships/image" Target="../media/image17.png"/><Relationship Id="rId16" Type="http://schemas.openxmlformats.org/officeDocument/2006/relationships/image" Target="../media/image16.png"/><Relationship Id="rId15" Type="http://schemas.openxmlformats.org/officeDocument/2006/relationships/image" Target="../media/image15.png"/><Relationship Id="rId14" Type="http://schemas.openxmlformats.org/officeDocument/2006/relationships/image" Target="../media/image14.png"/><Relationship Id="rId13" Type="http://schemas.openxmlformats.org/officeDocument/2006/relationships/image" Target="../media/image13.png"/><Relationship Id="rId12" Type="http://schemas.openxmlformats.org/officeDocument/2006/relationships/image" Target="../media/image12.png"/><Relationship Id="rId11" Type="http://schemas.openxmlformats.org/officeDocument/2006/relationships/image" Target="../media/image11.png"/><Relationship Id="rId10" Type="http://schemas.openxmlformats.org/officeDocument/2006/relationships/image" Target="../media/image10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9.xml"/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image" Target="../media/image26.png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image" Target="../media/image23.png"/><Relationship Id="rId8" Type="http://schemas.openxmlformats.org/officeDocument/2006/relationships/image" Target="../media/image36.png"/><Relationship Id="rId7" Type="http://schemas.openxmlformats.org/officeDocument/2006/relationships/image" Target="../media/image35.png"/><Relationship Id="rId6" Type="http://schemas.openxmlformats.org/officeDocument/2006/relationships/image" Target="../media/image34.png"/><Relationship Id="rId5" Type="http://schemas.openxmlformats.org/officeDocument/2006/relationships/image" Target="../media/image33.jpeg"/><Relationship Id="rId4" Type="http://schemas.openxmlformats.org/officeDocument/2006/relationships/image" Target="../media/image32.png"/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1" Type="http://schemas.openxmlformats.org/officeDocument/2006/relationships/slideLayout" Target="../slideLayouts/slideLayout4.xml"/><Relationship Id="rId10" Type="http://schemas.openxmlformats.org/officeDocument/2006/relationships/image" Target="../media/image37.png"/><Relationship Id="rId1" Type="http://schemas.openxmlformats.org/officeDocument/2006/relationships/image" Target="../media/image2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Rectángulo con esquinas redondeadas 7"/>
          <p:cNvSpPr/>
          <p:nvPr/>
        </p:nvSpPr>
        <p:spPr>
          <a:xfrm>
            <a:off x="1911960" y="320040"/>
            <a:ext cx="5138640" cy="349200"/>
          </a:xfrm>
          <a:prstGeom prst="roundRect">
            <a:avLst>
              <a:gd name="adj" fmla="val 50000"/>
            </a:avLst>
          </a:prstGeom>
          <a:noFill/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/>
        </p:style>
        <p:txBody>
          <a:bodyPr horzOverflow="overflow" lIns="80640" tIns="40320" rIns="80640" bIns="40320" numCol="1" spcCol="0" anchor="ctr">
            <a:noAutofit/>
          </a:bodyPr>
          <a:p>
            <a:pPr defTabSz="914400">
              <a:lnSpc>
                <a:spcPct val="100000"/>
              </a:lnSpc>
            </a:pPr>
            <a:r>
              <a:rPr lang="es-MX" sz="2640" b="1" u="none" strike="noStrike">
                <a:solidFill>
                  <a:srgbClr val="318CDD"/>
                </a:solidFill>
                <a:effectLst/>
                <a:uFillTx/>
                <a:latin typeface="Source Sans 3 Black" panose="020B0303030403020204"/>
                <a:ea typeface="SimSun" panose="02010600030101010101" pitchFamily="2" charset="-122"/>
              </a:rPr>
              <a:t>BANCO DE ÍCONOS</a:t>
            </a:r>
            <a:endParaRPr lang="es-MX" sz="264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graphicFrame>
        <p:nvGraphicFramePr>
          <p:cNvPr id="61" name="Tabla 3"/>
          <p:cNvGraphicFramePr/>
          <p:nvPr/>
        </p:nvGraphicFramePr>
        <p:xfrm>
          <a:off x="2064240" y="669600"/>
          <a:ext cx="8165160" cy="5859720"/>
        </p:xfrm>
        <a:graphic>
          <a:graphicData uri="http://schemas.openxmlformats.org/drawingml/2006/table">
            <a:tbl>
              <a:tblPr/>
              <a:tblGrid>
                <a:gridCol w="1166400"/>
                <a:gridCol w="1166400"/>
                <a:gridCol w="1166400"/>
                <a:gridCol w="1166400"/>
                <a:gridCol w="1166400"/>
                <a:gridCol w="1166400"/>
                <a:gridCol w="1166400"/>
              </a:tblGrid>
              <a:tr h="5859720">
                <a:tc>
                  <a:txBody>
                    <a:bodyPr>
                      <a:sp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s-MX" sz="1320" b="1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Source Sans 3" panose="020B0303030403020204"/>
                        </a:rPr>
                        <a:t>Soleado</a:t>
                      </a:r>
                      <a:endParaRPr lang="es-MX" sz="132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 panose="020B0604020202020204"/>
                      </a:endParaRPr>
                    </a:p>
                  </a:txBody>
                  <a:tcPr marL="80640" marR="80640" marT="40320" marB="40320" anchor="t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s-MX" sz="1320" b="1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Source Sans 3" panose="020B0303030403020204"/>
                        </a:rPr>
                        <a:t>Parcialmente nublado</a:t>
                      </a:r>
                      <a:endParaRPr lang="es-MX" sz="132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 panose="020B0604020202020204"/>
                      </a:endParaRPr>
                    </a:p>
                  </a:txBody>
                  <a:tcPr marL="80640" marR="80640" marT="40320" marB="40320" anchor="t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s-MX" sz="1320" b="1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Source Sans 3" panose="020B0303030403020204"/>
                        </a:rPr>
                        <a:t>Parcialmente soleado</a:t>
                      </a:r>
                      <a:endParaRPr lang="es-MX" sz="132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 panose="020B0604020202020204"/>
                      </a:endParaRPr>
                    </a:p>
                  </a:txBody>
                  <a:tcPr marL="80640" marR="80640" marT="40320" marB="40320" anchor="t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s-MX" sz="1320" b="1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Source Sans 3" panose="020B0303030403020204"/>
                        </a:rPr>
                        <a:t>Nublado</a:t>
                      </a:r>
                      <a:endParaRPr lang="es-MX" sz="132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 panose="020B0604020202020204"/>
                      </a:endParaRPr>
                    </a:p>
                  </a:txBody>
                  <a:tcPr marL="80640" marR="80640" marT="40320" marB="40320" anchor="t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s-MX" sz="1320" b="1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Source Sans 3" panose="020B0303030403020204"/>
                        </a:rPr>
                        <a:t>Lluvia ligera a moderada</a:t>
                      </a:r>
                      <a:endParaRPr lang="es-MX" sz="132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 panose="020B0604020202020204"/>
                      </a:endParaRPr>
                    </a:p>
                  </a:txBody>
                  <a:tcPr marL="80640" marR="80640" marT="40320" marB="40320" anchor="t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s-MX" sz="1320" b="1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Source Sans 3" panose="020B0303030403020204"/>
                        </a:rPr>
                        <a:t>Tormenta</a:t>
                      </a:r>
                      <a:endParaRPr lang="es-MX" sz="132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 panose="020B0604020202020204"/>
                      </a:endParaRPr>
                    </a:p>
                  </a:txBody>
                  <a:tcPr marL="80640" marR="80640" marT="40320" marB="40320" anchor="t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s-MX" sz="1320" b="1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Source Sans 3" panose="020B0303030403020204"/>
                        </a:rPr>
                        <a:t>Nieve/GRanizo</a:t>
                      </a:r>
                      <a:endParaRPr lang="es-MX" sz="132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 panose="020B0604020202020204"/>
                      </a:endParaRPr>
                    </a:p>
                  </a:txBody>
                  <a:tcPr marL="80640" marR="80640" marT="40320" marB="40320" anchor="t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pic>
        <p:nvPicPr>
          <p:cNvPr id="62" name="Imagen 12"/>
          <p:cNvPicPr/>
          <p:nvPr/>
        </p:nvPicPr>
        <p:blipFill>
          <a:blip r:embed="rId1"/>
          <a:stretch>
            <a:fillRect/>
          </a:stretch>
        </p:blipFill>
        <p:spPr>
          <a:xfrm>
            <a:off x="2198520" y="3546720"/>
            <a:ext cx="806400" cy="8064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3" name="Imagen 13"/>
          <p:cNvPicPr/>
          <p:nvPr/>
        </p:nvPicPr>
        <p:blipFill>
          <a:blip r:embed="rId2"/>
          <a:stretch>
            <a:fillRect/>
          </a:stretch>
        </p:blipFill>
        <p:spPr>
          <a:xfrm>
            <a:off x="2198520" y="4446000"/>
            <a:ext cx="806400" cy="8064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4" name="Imagen 22"/>
          <p:cNvPicPr/>
          <p:nvPr/>
        </p:nvPicPr>
        <p:blipFill>
          <a:blip r:embed="rId3"/>
          <a:stretch>
            <a:fillRect/>
          </a:stretch>
        </p:blipFill>
        <p:spPr>
          <a:xfrm>
            <a:off x="3395520" y="3546720"/>
            <a:ext cx="806400" cy="8064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5" name="Imagen 26"/>
          <p:cNvPicPr/>
          <p:nvPr/>
        </p:nvPicPr>
        <p:blipFill>
          <a:blip r:embed="rId4"/>
          <a:stretch>
            <a:fillRect/>
          </a:stretch>
        </p:blipFill>
        <p:spPr>
          <a:xfrm>
            <a:off x="3395520" y="4446000"/>
            <a:ext cx="806400" cy="8064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6" name="Imagen 27"/>
          <p:cNvPicPr/>
          <p:nvPr/>
        </p:nvPicPr>
        <p:blipFill>
          <a:blip r:embed="rId5"/>
          <a:stretch>
            <a:fillRect/>
          </a:stretch>
        </p:blipFill>
        <p:spPr>
          <a:xfrm>
            <a:off x="4592160" y="4446000"/>
            <a:ext cx="806400" cy="8064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7" name="Imagen 28"/>
          <p:cNvPicPr/>
          <p:nvPr/>
        </p:nvPicPr>
        <p:blipFill>
          <a:blip r:embed="rId6"/>
          <a:stretch>
            <a:fillRect/>
          </a:stretch>
        </p:blipFill>
        <p:spPr>
          <a:xfrm>
            <a:off x="5748480" y="4446000"/>
            <a:ext cx="806400" cy="8064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8" name="Imagen 29"/>
          <p:cNvPicPr/>
          <p:nvPr/>
        </p:nvPicPr>
        <p:blipFill>
          <a:blip r:embed="rId7"/>
          <a:stretch>
            <a:fillRect/>
          </a:stretch>
        </p:blipFill>
        <p:spPr>
          <a:xfrm>
            <a:off x="5748480" y="3546720"/>
            <a:ext cx="806400" cy="8064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9" name="Imagen 30"/>
          <p:cNvPicPr/>
          <p:nvPr/>
        </p:nvPicPr>
        <p:blipFill>
          <a:blip r:embed="rId8"/>
          <a:stretch>
            <a:fillRect/>
          </a:stretch>
        </p:blipFill>
        <p:spPr>
          <a:xfrm>
            <a:off x="4572000" y="3639240"/>
            <a:ext cx="806400" cy="8064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0" name="Imagen 31"/>
          <p:cNvPicPr/>
          <p:nvPr/>
        </p:nvPicPr>
        <p:blipFill>
          <a:blip r:embed="rId9"/>
          <a:stretch>
            <a:fillRect/>
          </a:stretch>
        </p:blipFill>
        <p:spPr>
          <a:xfrm>
            <a:off x="6925320" y="3636360"/>
            <a:ext cx="806400" cy="8064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1" name="Imagen 33"/>
          <p:cNvPicPr/>
          <p:nvPr/>
        </p:nvPicPr>
        <p:blipFill>
          <a:blip r:embed="rId10"/>
          <a:stretch>
            <a:fillRect/>
          </a:stretch>
        </p:blipFill>
        <p:spPr>
          <a:xfrm>
            <a:off x="6925320" y="4535640"/>
            <a:ext cx="806400" cy="8064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2" name="Imagen 35"/>
          <p:cNvPicPr/>
          <p:nvPr/>
        </p:nvPicPr>
        <p:blipFill>
          <a:blip r:embed="rId11"/>
          <a:stretch>
            <a:fillRect/>
          </a:stretch>
        </p:blipFill>
        <p:spPr>
          <a:xfrm>
            <a:off x="8101800" y="4535640"/>
            <a:ext cx="806400" cy="8064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3" name="Imagen 36"/>
          <p:cNvPicPr/>
          <p:nvPr/>
        </p:nvPicPr>
        <p:blipFill>
          <a:blip r:embed="rId12"/>
          <a:stretch>
            <a:fillRect/>
          </a:stretch>
        </p:blipFill>
        <p:spPr>
          <a:xfrm>
            <a:off x="8101800" y="3728880"/>
            <a:ext cx="806400" cy="8064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4" name="Imagen 37"/>
          <p:cNvPicPr/>
          <p:nvPr/>
        </p:nvPicPr>
        <p:blipFill>
          <a:blip r:embed="rId13"/>
          <a:stretch>
            <a:fillRect/>
          </a:stretch>
        </p:blipFill>
        <p:spPr>
          <a:xfrm>
            <a:off x="9258480" y="4057200"/>
            <a:ext cx="806400" cy="8064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5" name="Imagen 38"/>
          <p:cNvPicPr/>
          <p:nvPr/>
        </p:nvPicPr>
        <p:blipFill>
          <a:blip r:embed="rId14"/>
          <a:stretch>
            <a:fillRect/>
          </a:stretch>
        </p:blipFill>
        <p:spPr>
          <a:xfrm>
            <a:off x="2198520" y="1748160"/>
            <a:ext cx="806400" cy="8064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6" name="Imagen 39"/>
          <p:cNvPicPr/>
          <p:nvPr/>
        </p:nvPicPr>
        <p:blipFill>
          <a:blip r:embed="rId15"/>
          <a:stretch>
            <a:fillRect/>
          </a:stretch>
        </p:blipFill>
        <p:spPr>
          <a:xfrm>
            <a:off x="4572000" y="1751040"/>
            <a:ext cx="806400" cy="8064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7" name="Imagen 40"/>
          <p:cNvPicPr/>
          <p:nvPr/>
        </p:nvPicPr>
        <p:blipFill>
          <a:blip r:embed="rId16"/>
          <a:stretch>
            <a:fillRect/>
          </a:stretch>
        </p:blipFill>
        <p:spPr>
          <a:xfrm>
            <a:off x="3385440" y="1704960"/>
            <a:ext cx="806400" cy="8064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8" name="Imagen 41"/>
          <p:cNvPicPr/>
          <p:nvPr/>
        </p:nvPicPr>
        <p:blipFill>
          <a:blip r:embed="rId16"/>
          <a:stretch>
            <a:fillRect/>
          </a:stretch>
        </p:blipFill>
        <p:spPr>
          <a:xfrm>
            <a:off x="5758560" y="1751040"/>
            <a:ext cx="806400" cy="8064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9" name="Imagen 42"/>
          <p:cNvPicPr/>
          <p:nvPr/>
        </p:nvPicPr>
        <p:blipFill>
          <a:blip r:embed="rId17"/>
          <a:stretch>
            <a:fillRect/>
          </a:stretch>
        </p:blipFill>
        <p:spPr>
          <a:xfrm>
            <a:off x="6925320" y="1838160"/>
            <a:ext cx="806400" cy="8064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0" name="Imagen 43"/>
          <p:cNvPicPr/>
          <p:nvPr/>
        </p:nvPicPr>
        <p:blipFill>
          <a:blip r:embed="rId18"/>
          <a:stretch>
            <a:fillRect/>
          </a:stretch>
        </p:blipFill>
        <p:spPr>
          <a:xfrm>
            <a:off x="8091720" y="1838160"/>
            <a:ext cx="806400" cy="8064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1" name="Imagen 44"/>
          <p:cNvPicPr/>
          <p:nvPr/>
        </p:nvPicPr>
        <p:blipFill>
          <a:blip r:embed="rId19"/>
          <a:stretch>
            <a:fillRect/>
          </a:stretch>
        </p:blipFill>
        <p:spPr>
          <a:xfrm>
            <a:off x="9258480" y="2174400"/>
            <a:ext cx="806400" cy="8064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2" name="Imagen 45"/>
          <p:cNvPicPr/>
          <p:nvPr/>
        </p:nvPicPr>
        <p:blipFill>
          <a:blip r:embed="rId20"/>
          <a:stretch>
            <a:fillRect/>
          </a:stretch>
        </p:blipFill>
        <p:spPr>
          <a:xfrm>
            <a:off x="5728320" y="2648520"/>
            <a:ext cx="806400" cy="8064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3" name="Imagen 46"/>
          <p:cNvPicPr/>
          <p:nvPr/>
        </p:nvPicPr>
        <p:blipFill>
          <a:blip r:embed="rId21"/>
          <a:stretch>
            <a:fillRect/>
          </a:stretch>
        </p:blipFill>
        <p:spPr>
          <a:xfrm>
            <a:off x="2198520" y="2647440"/>
            <a:ext cx="806400" cy="8064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4" name="Imagen 47"/>
          <p:cNvPicPr/>
          <p:nvPr/>
        </p:nvPicPr>
        <p:blipFill>
          <a:blip r:embed="rId22"/>
          <a:stretch>
            <a:fillRect/>
          </a:stretch>
        </p:blipFill>
        <p:spPr>
          <a:xfrm>
            <a:off x="3385440" y="2692080"/>
            <a:ext cx="806400" cy="8064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5" name="Imagen 48"/>
          <p:cNvPicPr/>
          <p:nvPr/>
        </p:nvPicPr>
        <p:blipFill>
          <a:blip r:embed="rId23"/>
          <a:stretch>
            <a:fillRect/>
          </a:stretch>
        </p:blipFill>
        <p:spPr>
          <a:xfrm>
            <a:off x="4572000" y="2694960"/>
            <a:ext cx="806400" cy="8064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6" name="Imagen 53"/>
          <p:cNvPicPr/>
          <p:nvPr/>
        </p:nvPicPr>
        <p:blipFill>
          <a:blip r:embed="rId24"/>
          <a:stretch>
            <a:fillRect/>
          </a:stretch>
        </p:blipFill>
        <p:spPr>
          <a:xfrm>
            <a:off x="6885000" y="2770560"/>
            <a:ext cx="806400" cy="8064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7" name="Imagen 54"/>
          <p:cNvPicPr/>
          <p:nvPr/>
        </p:nvPicPr>
        <p:blipFill>
          <a:blip r:embed="rId25"/>
          <a:stretch>
            <a:fillRect/>
          </a:stretch>
        </p:blipFill>
        <p:spPr>
          <a:xfrm>
            <a:off x="8071560" y="2717280"/>
            <a:ext cx="806400" cy="80640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Rectángulo con esquinas redondeadas 7"/>
          <p:cNvSpPr/>
          <p:nvPr/>
        </p:nvSpPr>
        <p:spPr>
          <a:xfrm>
            <a:off x="1911960" y="320040"/>
            <a:ext cx="5138640" cy="349200"/>
          </a:xfrm>
          <a:prstGeom prst="roundRect">
            <a:avLst>
              <a:gd name="adj" fmla="val 50000"/>
            </a:avLst>
          </a:prstGeom>
          <a:noFill/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/>
        </p:style>
        <p:txBody>
          <a:bodyPr horzOverflow="overflow" lIns="80640" tIns="40320" rIns="80640" bIns="40320" numCol="1" spcCol="0" anchor="ctr">
            <a:noAutofit/>
          </a:bodyPr>
          <a:p>
            <a:pPr defTabSz="914400">
              <a:lnSpc>
                <a:spcPct val="100000"/>
              </a:lnSpc>
            </a:pPr>
            <a:r>
              <a:rPr lang="es-MX" sz="2640" b="1" u="none" strike="noStrike">
                <a:solidFill>
                  <a:srgbClr val="318CDD"/>
                </a:solidFill>
                <a:effectLst/>
                <a:uFillTx/>
                <a:latin typeface="Source Sans 3 Black" panose="020B0303030403020204"/>
                <a:ea typeface="SimSun" panose="02010600030101010101" pitchFamily="2" charset="-122"/>
              </a:rPr>
              <a:t>BANCO DE ÍCONOS</a:t>
            </a:r>
            <a:endParaRPr lang="es-MX" sz="264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graphicFrame>
        <p:nvGraphicFramePr>
          <p:cNvPr id="89" name="Tabla 3"/>
          <p:cNvGraphicFramePr/>
          <p:nvPr/>
        </p:nvGraphicFramePr>
        <p:xfrm>
          <a:off x="2064240" y="669600"/>
          <a:ext cx="7970400" cy="5859720"/>
        </p:xfrm>
        <a:graphic>
          <a:graphicData uri="http://schemas.openxmlformats.org/drawingml/2006/table">
            <a:tbl>
              <a:tblPr/>
              <a:tblGrid>
                <a:gridCol w="2656800"/>
                <a:gridCol w="2656800"/>
                <a:gridCol w="2656800"/>
              </a:tblGrid>
              <a:tr h="5859720">
                <a:tc>
                  <a:txBody>
                    <a:bodyPr>
                      <a:sp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s-MX" sz="1320" b="1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Source Sans 3" panose="020B0303030403020204"/>
                        </a:rPr>
                        <a:t>avisos especiales</a:t>
                      </a:r>
                      <a:endParaRPr lang="es-MX" sz="132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 panose="020B0604020202020204"/>
                      </a:endParaRPr>
                    </a:p>
                  </a:txBody>
                  <a:tcPr marL="80640" marR="80640" marT="40320" marB="40320" anchor="t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s-MX" sz="1320" b="1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Source Sans 3" panose="020B0303030403020204"/>
                        </a:rPr>
                        <a:t>Calor / ola de calor / temp max extremas</a:t>
                      </a:r>
                      <a:endParaRPr lang="es-MX" sz="132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 panose="020B0604020202020204"/>
                      </a:endParaRPr>
                    </a:p>
                  </a:txBody>
                  <a:tcPr marL="80640" marR="80640" marT="40320" marB="40320" anchor="t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s-MX" sz="1320" b="1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Source Sans 3" panose="020B0303030403020204"/>
                        </a:rPr>
                        <a:t>Tiempo severo + inundaciones</a:t>
                      </a:r>
                      <a:endParaRPr lang="es-MX" sz="132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 panose="020B0604020202020204"/>
                      </a:endParaRPr>
                    </a:p>
                  </a:txBody>
                  <a:tcPr marL="80640" marR="80640" marT="40320" marB="40320" anchor="t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pic>
        <p:nvPicPr>
          <p:cNvPr id="90" name="Imagen 1"/>
          <p:cNvPicPr/>
          <p:nvPr/>
        </p:nvPicPr>
        <p:blipFill>
          <a:blip r:embed="rId1"/>
          <a:stretch>
            <a:fillRect/>
          </a:stretch>
        </p:blipFill>
        <p:spPr>
          <a:xfrm>
            <a:off x="5087560" y="1413005"/>
            <a:ext cx="806400" cy="8064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" name="Imagen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36180" y="980440"/>
            <a:ext cx="1057275" cy="1057275"/>
          </a:xfrm>
          <a:prstGeom prst="rect">
            <a:avLst/>
          </a:prstGeom>
        </p:spPr>
      </p:pic>
      <p:pic>
        <p:nvPicPr>
          <p:cNvPr id="3" name="Imagen 2"/>
          <p:cNvPicPr>
            <a:picLocks noChangeAspect="1"/>
          </p:cNvPicPr>
          <p:nvPr/>
        </p:nvPicPr>
        <p:blipFill>
          <a:blip r:embed="rId3">
            <a:clrChange>
              <a:clrFrom>
                <a:srgbClr val="000000">
                  <a:alpha val="100000"/>
                </a:srgbClr>
              </a:clrFrom>
              <a:clrTo>
                <a:srgbClr val="000000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752080" y="2277110"/>
            <a:ext cx="1055370" cy="105537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/>
          <p:cNvSpPr/>
          <p:nvPr/>
        </p:nvSpPr>
        <p:spPr>
          <a:xfrm>
            <a:off x="-4445" y="7620"/>
            <a:ext cx="12195175" cy="687895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s-ES" altLang="en-US"/>
          </a:p>
        </p:txBody>
      </p:sp>
      <p:grpSp>
        <p:nvGrpSpPr>
          <p:cNvPr id="271" name="Grupo 4"/>
          <p:cNvGrpSpPr/>
          <p:nvPr/>
        </p:nvGrpSpPr>
        <p:grpSpPr>
          <a:xfrm>
            <a:off x="124440" y="-8280"/>
            <a:ext cx="9062400" cy="1918080"/>
            <a:chOff x="124440" y="-8280"/>
            <a:chExt cx="9062400" cy="1918080"/>
          </a:xfrm>
        </p:grpSpPr>
        <p:grpSp>
          <p:nvGrpSpPr>
            <p:cNvPr id="272" name="Grupo 5"/>
            <p:cNvGrpSpPr/>
            <p:nvPr/>
          </p:nvGrpSpPr>
          <p:grpSpPr>
            <a:xfrm>
              <a:off x="124440" y="-8280"/>
              <a:ext cx="5499120" cy="1918080"/>
              <a:chOff x="124440" y="-8280"/>
              <a:chExt cx="5499120" cy="1918080"/>
            </a:xfrm>
          </p:grpSpPr>
          <p:sp>
            <p:nvSpPr>
              <p:cNvPr id="273" name="Rectángulo 5"/>
              <p:cNvSpPr/>
              <p:nvPr/>
            </p:nvSpPr>
            <p:spPr>
              <a:xfrm>
                <a:off x="124560" y="-8280"/>
                <a:ext cx="5499000" cy="1640880"/>
              </a:xfrm>
              <a:prstGeom prst="rect">
                <a:avLst/>
              </a:prstGeom>
              <a:solidFill>
                <a:srgbClr val="318CDD"/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p>
                <a:endParaRPr lang="es-MX" sz="1800" b="0" u="none" strike="noStrike">
                  <a:solidFill>
                    <a:srgbClr val="FFFFFF"/>
                  </a:solidFill>
                  <a:effectLst/>
                  <a:uFillTx/>
                  <a:latin typeface="Arial" panose="020B0604020202020204"/>
                </a:endParaRPr>
              </a:p>
            </p:txBody>
          </p:sp>
          <p:sp>
            <p:nvSpPr>
              <p:cNvPr id="274" name="Rectángulo con esquinas redondeadas 13"/>
              <p:cNvSpPr/>
              <p:nvPr/>
            </p:nvSpPr>
            <p:spPr>
              <a:xfrm>
                <a:off x="124440" y="149400"/>
                <a:ext cx="4770360" cy="1708920"/>
              </a:xfrm>
              <a:prstGeom prst="roundRect">
                <a:avLst>
                  <a:gd name="adj" fmla="val 50000"/>
                </a:avLst>
              </a:prstGeom>
              <a:noFill/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/>
            </p:style>
            <p:txBody>
              <a:bodyPr horzOverflow="overflow" lIns="1800" rIns="1800" numCol="1" spcCol="0" anchor="ctr">
                <a:noAutofit/>
              </a:bodyPr>
              <a:p>
                <a:pPr defTabSz="914400">
                  <a:lnSpc>
                    <a:spcPct val="100000"/>
                  </a:lnSpc>
                </a:pPr>
                <a:r>
                  <a:rPr lang="en-US" sz="3000" b="1" u="none" strike="noStrike">
                    <a:solidFill>
                      <a:srgbClr val="FFFFFF"/>
                    </a:solidFill>
                    <a:effectLst/>
                    <a:uFillTx/>
                    <a:latin typeface="Source Sans 3 Black" panose="020B0303030403020204"/>
                    <a:ea typeface="SimSun" panose="02010600030101010101" pitchFamily="2" charset="-122"/>
                  </a:rPr>
                  <a:t>BOLETÍN</a:t>
                </a:r>
                <a:endParaRPr lang="es-MX" sz="3000" b="0" u="none" strike="noStrike">
                  <a:solidFill>
                    <a:srgbClr val="000000"/>
                  </a:solidFill>
                  <a:effectLst/>
                  <a:uFillTx/>
                  <a:latin typeface="Arial" panose="020B0604020202020204"/>
                </a:endParaRPr>
              </a:p>
              <a:p>
                <a:pPr defTabSz="914400">
                  <a:lnSpc>
                    <a:spcPct val="70000"/>
                  </a:lnSpc>
                </a:pPr>
                <a:r>
                  <a:rPr lang="en-US" sz="3000" b="1" u="none" strike="noStrike">
                    <a:solidFill>
                      <a:srgbClr val="FFFFFF"/>
                    </a:solidFill>
                    <a:effectLst/>
                    <a:uFillTx/>
                    <a:latin typeface="Source Sans 3 Black" panose="020B0303030403020204"/>
                    <a:ea typeface="SimSun" panose="02010600030101010101" pitchFamily="2" charset="-122"/>
                  </a:rPr>
                  <a:t>METEOROLÓGICO</a:t>
                </a:r>
                <a:endParaRPr lang="es-MX" sz="3000" b="0" u="none" strike="noStrike">
                  <a:solidFill>
                    <a:srgbClr val="000000"/>
                  </a:solidFill>
                  <a:effectLst/>
                  <a:uFillTx/>
                  <a:latin typeface="Arial" panose="020B0604020202020204"/>
                </a:endParaRPr>
              </a:p>
            </p:txBody>
          </p:sp>
          <p:sp>
            <p:nvSpPr>
              <p:cNvPr id="275" name="Rectángulo 8"/>
              <p:cNvSpPr/>
              <p:nvPr/>
            </p:nvSpPr>
            <p:spPr>
              <a:xfrm>
                <a:off x="124560" y="1632960"/>
                <a:ext cx="5499000" cy="276840"/>
              </a:xfrm>
              <a:prstGeom prst="rect">
                <a:avLst/>
              </a:prstGeom>
              <a:solidFill>
                <a:srgbClr val="FF8804"/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p>
                <a:endParaRPr lang="es-MX" sz="1800" b="0" u="none" strike="noStrike">
                  <a:solidFill>
                    <a:srgbClr val="000000"/>
                  </a:solidFill>
                  <a:effectLst/>
                  <a:uFillTx/>
                  <a:latin typeface="Arial" panose="020B0604020202020204"/>
                </a:endParaRPr>
              </a:p>
            </p:txBody>
          </p:sp>
        </p:grpSp>
        <p:pic>
          <p:nvPicPr>
            <p:cNvPr id="276" name="Imagen 14" descr="IMG_256"/>
            <p:cNvPicPr/>
            <p:nvPr/>
          </p:nvPicPr>
          <p:blipFill>
            <a:blip r:embed="rId1"/>
            <a:stretch>
              <a:fillRect/>
            </a:stretch>
          </p:blipFill>
          <p:spPr>
            <a:xfrm>
              <a:off x="5816520" y="588960"/>
              <a:ext cx="1577520" cy="442800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277" name="Imagen 16" descr="IMG_256"/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7586640" y="534960"/>
              <a:ext cx="1600200" cy="524160"/>
            </a:xfrm>
            <a:prstGeom prst="rect">
              <a:avLst/>
            </a:prstGeom>
            <a:noFill/>
            <a:ln w="9525">
              <a:noFill/>
            </a:ln>
          </p:spPr>
        </p:pic>
      </p:grpSp>
      <p:graphicFrame>
        <p:nvGraphicFramePr>
          <p:cNvPr id="278" name="Tabla 7"/>
          <p:cNvGraphicFramePr/>
          <p:nvPr/>
        </p:nvGraphicFramePr>
        <p:xfrm>
          <a:off x="5816520" y="1215720"/>
          <a:ext cx="3498840" cy="705240"/>
        </p:xfrm>
        <a:graphic>
          <a:graphicData uri="http://schemas.openxmlformats.org/drawingml/2006/table">
            <a:tbl>
              <a:tblPr/>
              <a:tblGrid>
                <a:gridCol w="3498840"/>
              </a:tblGrid>
              <a:tr h="167640">
                <a:tc>
                  <a:txBody>
                    <a:bodyPr>
                      <a:spAutoFit/>
                    </a:bodyPr>
                    <a:p>
                      <a:pPr algn="just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s-MX" sz="1100" b="1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IBM Plex Sans" panose="020B0503050203000203"/>
                          <a:ea typeface="SimSun" panose="02010600030101010101" pitchFamily="2" charset="-122"/>
                        </a:rPr>
                        <a:t>Jueves 14 de mayo de 2026</a:t>
                      </a:r>
                      <a:endParaRPr lang="es-MX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Times New Roman" panose="02020603050405020304"/>
                      </a:endParaRPr>
                    </a:p>
                  </a:txBody>
                  <a:tcPr marL="68400" marR="68400" marT="0" marB="0" anchor="t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</a:tr>
              <a:tr h="128160">
                <a:tc>
                  <a:txBody>
                    <a:bodyPr>
                      <a:spAutoFit/>
                    </a:bodyPr>
                    <a:p>
                      <a:pPr algn="just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s-MX" sz="1100" b="1" i="1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IBM Plex Sans" panose="020B0503050203000203"/>
                          <a:ea typeface="SimSun" panose="02010600030101010101" pitchFamily="2" charset="-122"/>
                        </a:rPr>
                        <a:t>08:35</a:t>
                      </a:r>
                      <a:r>
                        <a:rPr lang="en-US" sz="1100" b="1" i="1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IBM Plex Sans" panose="020B0503050203000203"/>
                          <a:ea typeface="SimSun" panose="02010600030101010101" pitchFamily="2" charset="-122"/>
                        </a:rPr>
                        <a:t> a.m. - Guadalajara, Jalisco</a:t>
                      </a:r>
                      <a:endParaRPr lang="es-MX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Times New Roman" panose="02020603050405020304"/>
                      </a:endParaRPr>
                    </a:p>
                  </a:txBody>
                  <a:tcPr marL="68400" marR="68400" marT="0" marB="0" anchor="t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</a:tr>
              <a:tr h="124920">
                <a:tc>
                  <a:txBody>
                    <a:bodyPr>
                      <a:spAutoFit/>
                    </a:bodyPr>
                    <a:p>
                      <a:pPr algn="just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800" b="0" i="1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IBM Plex Sans" panose="020B0503050203000203"/>
                          <a:ea typeface="SimSun" panose="02010600030101010101" pitchFamily="2" charset="-122"/>
                        </a:rPr>
                        <a:t> </a:t>
                      </a:r>
                      <a:endParaRPr lang="es-MX" sz="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Times New Roman" panose="02020603050405020304"/>
                      </a:endParaRPr>
                    </a:p>
                  </a:txBody>
                  <a:tcPr marL="68400" marR="68400" marT="0" marB="0" anchor="t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</a:tr>
              <a:tr h="0">
                <a:tc>
                  <a:txBody>
                    <a:bodyPr>
                      <a:spAutoFit/>
                    </a:bodyPr>
                    <a:p>
                      <a:pPr algn="just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8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IBM Plex Sans" panose="020B0503050203000203"/>
                          <a:ea typeface="SimSun" panose="02010600030101010101" pitchFamily="2" charset="-122"/>
                        </a:rPr>
                        <a:t>Producto de investigación para validar y calibrar modelos.</a:t>
                      </a:r>
                      <a:endParaRPr lang="es-MX" sz="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Times New Roman" panose="02020603050405020304"/>
                      </a:endParaRPr>
                    </a:p>
                  </a:txBody>
                  <a:tcPr marL="68400" marR="68400" marT="0" marB="0" anchor="t">
                    <a:lnL w="28080">
                      <a:solidFill>
                        <a:srgbClr val="FFC000"/>
                      </a:solidFill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</a:tr>
              <a:tr h="0">
                <a:tc>
                  <a:txBody>
                    <a:bodyPr>
                      <a:spAutoFit/>
                    </a:bodyPr>
                    <a:p>
                      <a:pPr algn="just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8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IBM Plex Sans" panose="020B0503050203000203"/>
                          <a:ea typeface="SimSun" panose="02010600030101010101" pitchFamily="2" charset="-122"/>
                        </a:rPr>
                        <a:t>No sustituye los boletines del Servicio Meteorológico Nacional.</a:t>
                      </a:r>
                      <a:endParaRPr lang="es-MX" sz="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Times New Roman" panose="02020603050405020304"/>
                      </a:endParaRPr>
                    </a:p>
                  </a:txBody>
                  <a:tcPr marL="68400" marR="68400" marT="0" marB="0" anchor="t">
                    <a:lnL w="28080">
                      <a:solidFill>
                        <a:srgbClr val="00B0F0"/>
                      </a:solidFill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279" name="Rectángulo 9"/>
          <p:cNvSpPr/>
          <p:nvPr/>
        </p:nvSpPr>
        <p:spPr>
          <a:xfrm rot="10800000">
            <a:off x="1612080" y="5862240"/>
            <a:ext cx="10579320" cy="995400"/>
          </a:xfrm>
          <a:prstGeom prst="rect">
            <a:avLst/>
          </a:prstGeom>
          <a:solidFill>
            <a:srgbClr val="7E7E7E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s-MX" sz="1800" b="0" u="none" strike="noStrike">
              <a:solidFill>
                <a:srgbClr val="FFFFFF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280" name="Rectángulo 12"/>
          <p:cNvSpPr/>
          <p:nvPr/>
        </p:nvSpPr>
        <p:spPr>
          <a:xfrm rot="10800000">
            <a:off x="-3600" y="5862240"/>
            <a:ext cx="2859840" cy="997200"/>
          </a:xfrm>
          <a:prstGeom prst="rect">
            <a:avLst/>
          </a:prstGeom>
          <a:solidFill>
            <a:srgbClr val="FF8804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s-MX" sz="18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grpSp>
        <p:nvGrpSpPr>
          <p:cNvPr id="281" name="Grupo 6"/>
          <p:cNvGrpSpPr/>
          <p:nvPr/>
        </p:nvGrpSpPr>
        <p:grpSpPr>
          <a:xfrm>
            <a:off x="9507600" y="421200"/>
            <a:ext cx="1913760" cy="1085760"/>
            <a:chOff x="9507600" y="421200"/>
            <a:chExt cx="1913760" cy="1085760"/>
          </a:xfrm>
        </p:grpSpPr>
        <p:pic>
          <p:nvPicPr>
            <p:cNvPr id="282" name="Imagen 17" descr="IMG_256"/>
            <p:cNvPicPr/>
            <p:nvPr/>
          </p:nvPicPr>
          <p:blipFill>
            <a:blip r:embed="rId3"/>
            <a:stretch>
              <a:fillRect/>
            </a:stretch>
          </p:blipFill>
          <p:spPr>
            <a:xfrm>
              <a:off x="9507600" y="1263600"/>
              <a:ext cx="1657440" cy="243360"/>
            </a:xfrm>
            <a:prstGeom prst="rect">
              <a:avLst/>
            </a:prstGeom>
            <a:noFill/>
            <a:ln w="9525">
              <a:noFill/>
            </a:ln>
          </p:spPr>
        </p:pic>
        <p:grpSp>
          <p:nvGrpSpPr>
            <p:cNvPr id="283" name="Grupo 7"/>
            <p:cNvGrpSpPr/>
            <p:nvPr/>
          </p:nvGrpSpPr>
          <p:grpSpPr>
            <a:xfrm>
              <a:off x="9571320" y="421200"/>
              <a:ext cx="1850040" cy="681480"/>
              <a:chOff x="9571320" y="421200"/>
              <a:chExt cx="1850040" cy="681480"/>
            </a:xfrm>
          </p:grpSpPr>
          <p:pic>
            <p:nvPicPr>
              <p:cNvPr id="284" name="image1.png 3"/>
              <p:cNvPicPr/>
              <p:nvPr/>
            </p:nvPicPr>
            <p:blipFill>
              <a:blip r:embed="rId4"/>
              <a:srcRect l="81415" t="3879" r="1034" b="86757"/>
              <a:stretch>
                <a:fillRect/>
              </a:stretch>
            </p:blipFill>
            <p:spPr>
              <a:xfrm>
                <a:off x="10434960" y="421200"/>
                <a:ext cx="986400" cy="681480"/>
              </a:xfrm>
              <a:prstGeom prst="rect">
                <a:avLst/>
              </a:prstGeom>
              <a:noFill/>
              <a:ln w="0">
                <a:noFill/>
              </a:ln>
            </p:spPr>
          </p:pic>
          <p:pic>
            <p:nvPicPr>
              <p:cNvPr id="285" name="image1.png 4"/>
              <p:cNvPicPr/>
              <p:nvPr/>
            </p:nvPicPr>
            <p:blipFill>
              <a:blip r:embed="rId4"/>
              <a:srcRect l="5546" t="86826" r="74112" b="3665"/>
              <a:stretch>
                <a:fillRect/>
              </a:stretch>
            </p:blipFill>
            <p:spPr>
              <a:xfrm>
                <a:off x="9571320" y="589320"/>
                <a:ext cx="865800" cy="513360"/>
              </a:xfrm>
              <a:prstGeom prst="rect">
                <a:avLst/>
              </a:prstGeom>
              <a:noFill/>
              <a:ln w="0">
                <a:noFill/>
              </a:ln>
            </p:spPr>
          </p:pic>
        </p:grpSp>
      </p:grpSp>
      <p:graphicFrame>
        <p:nvGraphicFramePr>
          <p:cNvPr id="286" name="Tabla 8"/>
          <p:cNvGraphicFramePr/>
          <p:nvPr/>
        </p:nvGraphicFramePr>
        <p:xfrm>
          <a:off x="3161160" y="6094080"/>
          <a:ext cx="4093560" cy="465480"/>
        </p:xfrm>
        <a:graphic>
          <a:graphicData uri="http://schemas.openxmlformats.org/drawingml/2006/table">
            <a:tbl>
              <a:tblPr/>
              <a:tblGrid>
                <a:gridCol w="1311840"/>
                <a:gridCol w="2781720"/>
              </a:tblGrid>
              <a:tr h="0">
                <a:tc>
                  <a:txBody>
                    <a:bodyPr>
                      <a:spAutoFit/>
                    </a:bodyPr>
                    <a:p>
                      <a:pPr algn="just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IBM Plex Sans" panose="020B0503050203000203"/>
                          <a:ea typeface="SimSun" panose="02010600030101010101" pitchFamily="2" charset="-122"/>
                        </a:rPr>
                        <a:t>Elaboró:</a:t>
                      </a:r>
                      <a:endParaRPr lang="es-MX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Times New Roman" panose="02020603050405020304"/>
                      </a:endParaRPr>
                    </a:p>
                  </a:txBody>
                  <a:tcPr marL="68400" marR="68400" marT="0" marB="0" anchor="t">
                    <a:lnL w="38160">
                      <a:solidFill>
                        <a:srgbClr val="92D050"/>
                      </a:solidFill>
                      <a:prstDash val="solid"/>
                    </a:lnL>
                    <a:lnR w="38160">
                      <a:solidFill>
                        <a:srgbClr val="00B0F0"/>
                      </a:solidFill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pPr algn="just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IBM Plex Sans" panose="020B0503050203000203"/>
                          <a:ea typeface="SimSun" panose="02010600030101010101" pitchFamily="2" charset="-122"/>
                        </a:rPr>
                        <a:t>Revisó</a:t>
                      </a:r>
                      <a:endParaRPr lang="es-MX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Times New Roman" panose="02020603050405020304"/>
                      </a:endParaRPr>
                    </a:p>
                  </a:txBody>
                  <a:tcPr marL="68400" marR="68400" marT="0" marB="0" anchor="t">
                    <a:lnL w="38160">
                      <a:solidFill>
                        <a:srgbClr val="00B0F0"/>
                      </a:solidFill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</a:tr>
              <a:tr h="190440">
                <a:tc>
                  <a:txBody>
                    <a:bodyPr>
                      <a:spAutoFit/>
                    </a:bodyPr>
                    <a:p>
                      <a:pPr algn="just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IBM Plex Sans" panose="020B0503050203000203"/>
                          <a:ea typeface="SimSun" panose="02010600030101010101" pitchFamily="2" charset="-122"/>
                        </a:rPr>
                        <a:t>L.C.A. Abigail López</a:t>
                      </a:r>
                      <a:endParaRPr lang="es-MX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Times New Roman" panose="02020603050405020304"/>
                      </a:endParaRPr>
                    </a:p>
                  </a:txBody>
                  <a:tcPr marL="68400" marR="68400" marT="0" marB="0" anchor="t">
                    <a:lnL w="38160">
                      <a:solidFill>
                        <a:srgbClr val="92D050"/>
                      </a:solidFill>
                      <a:prstDash val="solid"/>
                    </a:lnL>
                    <a:lnR w="38160">
                      <a:solidFill>
                        <a:srgbClr val="00B0F0"/>
                      </a:solidFill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pPr algn="just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IBM Plex Sans" panose="020B0503050203000203"/>
                          <a:ea typeface="SimSun" panose="02010600030101010101" pitchFamily="2" charset="-122"/>
                        </a:rPr>
                        <a:t>M. C. Olivia Rodríguez</a:t>
                      </a:r>
                      <a:endParaRPr lang="es-MX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Times New Roman" panose="02020603050405020304"/>
                      </a:endParaRPr>
                    </a:p>
                  </a:txBody>
                  <a:tcPr marL="68400" marR="68400" marT="0" marB="0" anchor="t">
                    <a:lnL w="38160">
                      <a:solidFill>
                        <a:srgbClr val="00B0F0"/>
                      </a:solidFill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</a:tr>
              <a:tr h="216000">
                <a:tc>
                  <a:txBody>
                    <a:bodyPr>
                      <a:spAutoFit/>
                    </a:bodyPr>
                    <a:p>
                      <a:pPr algn="just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IBM Plex Sans" panose="020B0503050203000203"/>
                          <a:ea typeface="SimSun" panose="02010600030101010101" pitchFamily="2" charset="-122"/>
                        </a:rPr>
                        <a:t> </a:t>
                      </a:r>
                      <a:endParaRPr lang="es-MX" sz="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Times New Roman" panose="02020603050405020304"/>
                      </a:endParaRPr>
                    </a:p>
                  </a:txBody>
                  <a:tcPr marL="68400" marR="68400" marT="0" marB="0" anchor="t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pPr algn="just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800" b="0" i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IBM Plex Sans" panose="020B0503050203000203"/>
                          <a:ea typeface="SimSun" panose="02010600030101010101" pitchFamily="2" charset="-122"/>
                        </a:rPr>
                        <a:t>Subcoordinación de Eventos Extremos y Cambio Climático</a:t>
                      </a:r>
                      <a:endParaRPr lang="es-MX" sz="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Times New Roman" panose="02020603050405020304"/>
                      </a:endParaRPr>
                    </a:p>
                    <a:p>
                      <a:pPr algn="just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IBM Plex Sans" panose="020B0503050203000203"/>
                          <a:ea typeface="SimSun" panose="02010600030101010101" pitchFamily="2" charset="-122"/>
                        </a:rPr>
                        <a:t>Instituto Mexicano de Tecnología del Agua (IMTA)</a:t>
                      </a:r>
                      <a:endParaRPr lang="es-MX" sz="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Times New Roman" panose="02020603050405020304"/>
                      </a:endParaRPr>
                    </a:p>
                  </a:txBody>
                  <a:tcPr marL="68400" marR="68400" marT="0" marB="0" anchor="t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287" name="Rectángulo con esquinas redondeadas 14"/>
          <p:cNvSpPr/>
          <p:nvPr/>
        </p:nvSpPr>
        <p:spPr>
          <a:xfrm>
            <a:off x="2617560" y="2218680"/>
            <a:ext cx="5824440" cy="3497400"/>
          </a:xfrm>
          <a:prstGeom prst="roundRect">
            <a:avLst>
              <a:gd name="adj" fmla="val 21252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/>
        </p:style>
        <p:txBody>
          <a:bodyPr horzOverflow="overflow" lIns="80640" tIns="40320" rIns="80640" bIns="40320" numCol="1" spcCol="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en-US" sz="970" b="0" u="none" strike="noStrike">
                <a:solidFill>
                  <a:schemeClr val="lt1"/>
                </a:solidFill>
                <a:effectLst/>
                <a:uFillTx/>
                <a:latin typeface="IBM Plex Sans" panose="020B0503050203000203"/>
                <a:ea typeface="SimSun" panose="02010600030101010101" pitchFamily="2" charset="-122"/>
              </a:rPr>
              <a:t> </a:t>
            </a:r>
            <a:endParaRPr lang="es-MX" sz="97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288" name="Rectángulo con esquinas redondeadas 15"/>
          <p:cNvSpPr/>
          <p:nvPr/>
        </p:nvSpPr>
        <p:spPr>
          <a:xfrm>
            <a:off x="8571960" y="2211120"/>
            <a:ext cx="3130200" cy="3497400"/>
          </a:xfrm>
          <a:prstGeom prst="roundRect">
            <a:avLst>
              <a:gd name="adj" fmla="val 21252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/>
        </p:style>
        <p:txBody>
          <a:bodyPr horzOverflow="overflow" lIns="80640" tIns="40320" rIns="80640" bIns="40320" numCol="1" spcCol="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en-US" sz="970" b="0" u="none" strike="noStrike">
                <a:solidFill>
                  <a:schemeClr val="lt1"/>
                </a:solidFill>
                <a:effectLst/>
                <a:uFillTx/>
                <a:latin typeface="IBM Plex Sans" panose="020B0503050203000203"/>
                <a:ea typeface="SimSun" panose="02010600030101010101" pitchFamily="2" charset="-122"/>
              </a:rPr>
              <a:t> </a:t>
            </a:r>
            <a:endParaRPr lang="es-MX" sz="97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289" name="Rectángulo con esquinas redondeadas 16"/>
          <p:cNvSpPr/>
          <p:nvPr/>
        </p:nvSpPr>
        <p:spPr>
          <a:xfrm>
            <a:off x="489600" y="2214360"/>
            <a:ext cx="1998000" cy="3497400"/>
          </a:xfrm>
          <a:prstGeom prst="roundRect">
            <a:avLst>
              <a:gd name="adj" fmla="val 21252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/>
        </p:style>
        <p:txBody>
          <a:bodyPr horzOverflow="overflow" lIns="80640" tIns="40320" rIns="80640" bIns="40320" numCol="1" spcCol="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en-US" sz="970" b="0" u="none" strike="noStrike">
                <a:solidFill>
                  <a:schemeClr val="lt1"/>
                </a:solidFill>
                <a:effectLst/>
                <a:uFillTx/>
                <a:latin typeface="IBM Plex Sans" panose="020B0503050203000203"/>
                <a:ea typeface="SimSun" panose="02010600030101010101" pitchFamily="2" charset="-122"/>
              </a:rPr>
              <a:t> </a:t>
            </a:r>
            <a:endParaRPr lang="es-MX" sz="97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290" name="Rectángulo con esquinas redondeadas 17"/>
          <p:cNvSpPr/>
          <p:nvPr/>
        </p:nvSpPr>
        <p:spPr>
          <a:xfrm>
            <a:off x="622440" y="2268360"/>
            <a:ext cx="1732680" cy="462600"/>
          </a:xfrm>
          <a:prstGeom prst="roundRect">
            <a:avLst>
              <a:gd name="adj" fmla="val 50000"/>
            </a:avLst>
          </a:prstGeom>
          <a:noFill/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/>
        </p:style>
        <p:txBody>
          <a:bodyPr horzOverflow="overflow" lIns="80640" tIns="40320" rIns="80640" bIns="40320" numCol="1" spcCol="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es-MX" sz="1770" b="1" u="none" strike="noStrike">
                <a:solidFill>
                  <a:srgbClr val="318CDD"/>
                </a:solidFill>
                <a:effectLst/>
                <a:uFillTx/>
                <a:latin typeface="Source Sans 3 Black" panose="020B0303030403020204"/>
                <a:ea typeface="SimSun" panose="02010600030101010101" pitchFamily="2" charset="-122"/>
              </a:rPr>
              <a:t>PRONÓSTICO</a:t>
            </a:r>
            <a:endParaRPr lang="es-MX" sz="177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291" name="Rectángulo con esquinas redondeadas 18"/>
          <p:cNvSpPr/>
          <p:nvPr/>
        </p:nvSpPr>
        <p:spPr>
          <a:xfrm>
            <a:off x="3558600" y="2268360"/>
            <a:ext cx="3943080" cy="462600"/>
          </a:xfrm>
          <a:prstGeom prst="roundRect">
            <a:avLst>
              <a:gd name="adj" fmla="val 50000"/>
            </a:avLst>
          </a:prstGeom>
          <a:noFill/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/>
        </p:style>
        <p:txBody>
          <a:bodyPr horzOverflow="overflow" lIns="80640" tIns="40320" rIns="80640" bIns="40320" numCol="1" spcCol="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es-MX" sz="1770" b="1" u="none" strike="noStrike">
                <a:solidFill>
                  <a:srgbClr val="318CDD"/>
                </a:solidFill>
                <a:effectLst/>
                <a:uFillTx/>
                <a:latin typeface="Source Sans 3 Black" panose="020B0303030403020204"/>
                <a:ea typeface="SimSun" panose="02010600030101010101" pitchFamily="2" charset="-122"/>
              </a:rPr>
              <a:t>SINÓPSIS METEOROLÓGICA</a:t>
            </a:r>
            <a:endParaRPr lang="es-MX" sz="177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292" name="Rectángulo con esquinas redondeadas 19"/>
          <p:cNvSpPr/>
          <p:nvPr/>
        </p:nvSpPr>
        <p:spPr>
          <a:xfrm>
            <a:off x="8926200" y="2268360"/>
            <a:ext cx="2407680" cy="462600"/>
          </a:xfrm>
          <a:prstGeom prst="roundRect">
            <a:avLst>
              <a:gd name="adj" fmla="val 50000"/>
            </a:avLst>
          </a:prstGeom>
          <a:noFill/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/>
        </p:style>
        <p:txBody>
          <a:bodyPr horzOverflow="overflow" lIns="80640" tIns="40320" rIns="80640" bIns="40320" numCol="1" spcCol="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es-MX" sz="1770" b="1" u="none" strike="noStrike">
                <a:solidFill>
                  <a:srgbClr val="318CDD"/>
                </a:solidFill>
                <a:effectLst/>
                <a:uFillTx/>
                <a:latin typeface="Source Sans 3 Black" panose="020B0303030403020204"/>
                <a:ea typeface="SimSun" panose="02010600030101010101" pitchFamily="2" charset="-122"/>
              </a:rPr>
              <a:t>RECOMENDACIONES</a:t>
            </a:r>
            <a:endParaRPr lang="es-MX" sz="177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graphicFrame>
        <p:nvGraphicFramePr>
          <p:cNvPr id="293" name="Tabla 9"/>
          <p:cNvGraphicFramePr/>
          <p:nvPr/>
        </p:nvGraphicFramePr>
        <p:xfrm>
          <a:off x="589680" y="4135680"/>
          <a:ext cx="1813680" cy="1043640"/>
        </p:xfrm>
        <a:graphic>
          <a:graphicData uri="http://schemas.openxmlformats.org/drawingml/2006/table">
            <a:tbl>
              <a:tblPr/>
              <a:tblGrid>
                <a:gridCol w="906840"/>
                <a:gridCol w="906840"/>
              </a:tblGrid>
              <a:tr h="347760">
                <a:tc>
                  <a:txBody>
                    <a:bodyPr>
                      <a:sp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s-MX" sz="1750" b="1" u="none" strike="noStrike">
                          <a:solidFill>
                            <a:schemeClr val="dk2"/>
                          </a:solidFill>
                          <a:effectLst/>
                          <a:uFillTx/>
                          <a:latin typeface="Source Sans 3" panose="020B0303030403020204"/>
                        </a:rPr>
                        <a:t>Tmax</a:t>
                      </a:r>
                      <a:endParaRPr lang="es-MX" sz="17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Times New Roman" panose="02020603050405020304"/>
                      </a:endParaRPr>
                    </a:p>
                  </a:txBody>
                  <a:tcPr marL="80640" marR="80640" marT="40320" marB="4032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s-MX" sz="1750" b="0" u="none" strike="noStrike">
                          <a:solidFill>
                            <a:schemeClr val="dk2"/>
                          </a:solidFill>
                          <a:effectLst/>
                          <a:uFillTx/>
                          <a:latin typeface="Source Sans 3" panose="020B0303030403020204"/>
                        </a:rPr>
                        <a:t>28°C</a:t>
                      </a:r>
                      <a:endParaRPr lang="es-MX" sz="17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Times New Roman" panose="02020603050405020304"/>
                      </a:endParaRPr>
                    </a:p>
                  </a:txBody>
                  <a:tcPr marL="80640" marR="80640" marT="40320" marB="4032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47760">
                <a:tc>
                  <a:txBody>
                    <a:bodyPr>
                      <a:sp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s-MX" sz="1750" b="1" u="none" strike="noStrike">
                          <a:solidFill>
                            <a:schemeClr val="dk2"/>
                          </a:solidFill>
                          <a:effectLst/>
                          <a:uFillTx/>
                          <a:latin typeface="Source Sans 3" panose="020B0303030403020204"/>
                        </a:rPr>
                        <a:t>Tmin</a:t>
                      </a:r>
                      <a:endParaRPr lang="es-MX" sz="17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Times New Roman" panose="02020603050405020304"/>
                      </a:endParaRPr>
                    </a:p>
                  </a:txBody>
                  <a:tcPr marL="80640" marR="80640" marT="40320" marB="4032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s-MX" sz="1750" b="0" u="none" strike="noStrike">
                          <a:solidFill>
                            <a:schemeClr val="dk2"/>
                          </a:solidFill>
                          <a:effectLst/>
                          <a:uFillTx/>
                          <a:latin typeface="Source Sans 3" panose="020B0303030403020204"/>
                        </a:rPr>
                        <a:t>15°C</a:t>
                      </a:r>
                      <a:endParaRPr lang="es-MX" sz="17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Times New Roman" panose="02020603050405020304"/>
                      </a:endParaRPr>
                    </a:p>
                  </a:txBody>
                  <a:tcPr marL="80640" marR="80640" marT="40320" marB="4032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47760">
                <a:tc>
                  <a:txBody>
                    <a:bodyPr>
                      <a:sp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s-MX" sz="1750" b="1" u="none" strike="noStrike">
                          <a:solidFill>
                            <a:schemeClr val="dk2"/>
                          </a:solidFill>
                          <a:effectLst/>
                          <a:uFillTx/>
                          <a:latin typeface="Source Sans 3" panose="020B0303030403020204"/>
                        </a:rPr>
                        <a:t>Precip</a:t>
                      </a:r>
                      <a:endParaRPr lang="es-MX" sz="17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Times New Roman" panose="02020603050405020304"/>
                      </a:endParaRPr>
                    </a:p>
                  </a:txBody>
                  <a:tcPr marL="80640" marR="80640" marT="40320" marB="4032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s-MX" sz="1750" b="0" u="none" strike="noStrike">
                          <a:solidFill>
                            <a:schemeClr val="dk2"/>
                          </a:solidFill>
                          <a:effectLst/>
                          <a:uFillTx/>
                          <a:latin typeface="Source Sans 3" panose="020B0303030403020204"/>
                        </a:rPr>
                        <a:t>2 mm/hr</a:t>
                      </a:r>
                      <a:endParaRPr lang="es-MX" sz="1200" b="0" u="none" strike="noStrike">
                        <a:solidFill>
                          <a:schemeClr val="dk2"/>
                        </a:solidFill>
                        <a:effectLst/>
                        <a:uFillTx/>
                        <a:latin typeface="Source Sans 3" panose="020B0303030403020204"/>
                      </a:endParaRPr>
                    </a:p>
                  </a:txBody>
                  <a:tcPr marL="80640" marR="80640" marT="40320" marB="4032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pic>
        <p:nvPicPr>
          <p:cNvPr id="295" name="Imagen 19" descr="D:/01_PRFESIONAL_ACADEMICO/3_proyectos/_IMTA_drought/+BOLETINES_2026/GOES/20261341410_GOES19-ABI-mex-GEOCOLOR-2000x2000.jpg20261341410_GOES19-ABI-mex-GEOCOLOR-2000x2000"/>
          <p:cNvPicPr/>
          <p:nvPr/>
        </p:nvPicPr>
        <p:blipFill>
          <a:blip r:embed="rId5"/>
          <a:srcRect t="16920" b="16920"/>
          <a:stretch>
            <a:fillRect/>
          </a:stretch>
        </p:blipFill>
        <p:spPr>
          <a:xfrm>
            <a:off x="2856240" y="3315960"/>
            <a:ext cx="2305440" cy="1525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96" name="Cuadro de texto 2"/>
          <p:cNvSpPr/>
          <p:nvPr/>
        </p:nvSpPr>
        <p:spPr>
          <a:xfrm>
            <a:off x="5231765" y="3157855"/>
            <a:ext cx="3124835" cy="176403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p>
            <a:pPr algn="just"/>
            <a:r>
              <a:rPr lang="en-US" altLang="es-ES" sz="1060" b="0" u="none" strike="noStrike">
                <a:solidFill>
                  <a:schemeClr val="lt2">
                    <a:lumMod val="10000"/>
                  </a:schemeClr>
                </a:solidFill>
                <a:effectLst/>
                <a:uFillTx/>
                <a:latin typeface="Source Sans 3" panose="020B0303030403020204"/>
                <a:ea typeface="Microsoft YaHei" panose="020B0503020204020204" charset="-122"/>
              </a:rPr>
              <a:t>Dada la inestabilidad atmosf</a:t>
            </a:r>
            <a:r>
              <a:rPr lang="en-US" altLang="en-US" sz="1060" b="0" u="none" strike="noStrike">
                <a:solidFill>
                  <a:schemeClr val="lt2">
                    <a:lumMod val="10000"/>
                  </a:schemeClr>
                </a:solidFill>
                <a:effectLst/>
                <a:uFillTx/>
                <a:latin typeface="Source Sans 3" panose="020B0303030403020204"/>
                <a:ea typeface="Microsoft YaHei" panose="020B0503020204020204" charset="-122"/>
              </a:rPr>
              <a:t>é</a:t>
            </a:r>
            <a:r>
              <a:rPr lang="en-US" altLang="es-ES" sz="1060" b="0" u="none" strike="noStrike">
                <a:solidFill>
                  <a:schemeClr val="lt2">
                    <a:lumMod val="10000"/>
                  </a:schemeClr>
                </a:solidFill>
                <a:effectLst/>
                <a:uFillTx/>
                <a:latin typeface="Source Sans 3" panose="020B0303030403020204"/>
                <a:ea typeface="Microsoft YaHei" panose="020B0503020204020204" charset="-122"/>
              </a:rPr>
              <a:t>rica que propician los canales de baja presi</a:t>
            </a:r>
            <a:r>
              <a:rPr lang="en-US" altLang="en-US" sz="1060" b="0" u="none" strike="noStrike">
                <a:solidFill>
                  <a:schemeClr val="lt2">
                    <a:lumMod val="10000"/>
                  </a:schemeClr>
                </a:solidFill>
                <a:effectLst/>
                <a:uFillTx/>
                <a:latin typeface="Source Sans 3" panose="020B0303030403020204"/>
                <a:ea typeface="Microsoft YaHei" panose="020B0503020204020204" charset="-122"/>
              </a:rPr>
              <a:t>ó</a:t>
            </a:r>
            <a:r>
              <a:rPr lang="en-US" altLang="es-ES" sz="1060" b="0" u="none" strike="noStrike">
                <a:solidFill>
                  <a:schemeClr val="lt2">
                    <a:lumMod val="10000"/>
                  </a:schemeClr>
                </a:solidFill>
                <a:effectLst/>
                <a:uFillTx/>
                <a:latin typeface="Source Sans 3" panose="020B0303030403020204"/>
                <a:ea typeface="Microsoft YaHei" panose="020B0503020204020204" charset="-122"/>
              </a:rPr>
              <a:t>n aunado a la entrada de humedad del Pac</a:t>
            </a:r>
            <a:r>
              <a:rPr lang="en-US" altLang="en-US" sz="1060" b="0" u="none" strike="noStrike">
                <a:solidFill>
                  <a:schemeClr val="lt2">
                    <a:lumMod val="10000"/>
                  </a:schemeClr>
                </a:solidFill>
                <a:effectLst/>
                <a:uFillTx/>
                <a:latin typeface="Source Sans 3" panose="020B0303030403020204"/>
                <a:ea typeface="Microsoft YaHei" panose="020B0503020204020204" charset="-122"/>
              </a:rPr>
              <a:t>í</a:t>
            </a:r>
            <a:r>
              <a:rPr lang="en-US" altLang="es-ES" sz="1060" b="0" u="none" strike="noStrike">
                <a:solidFill>
                  <a:schemeClr val="lt2">
                    <a:lumMod val="10000"/>
                  </a:schemeClr>
                </a:solidFill>
                <a:effectLst/>
                <a:uFillTx/>
                <a:latin typeface="Source Sans 3" panose="020B0303030403020204"/>
                <a:ea typeface="Microsoft YaHei" panose="020B0503020204020204" charset="-122"/>
              </a:rPr>
              <a:t>fico, los modelos de pron</a:t>
            </a:r>
            <a:r>
              <a:rPr lang="en-US" altLang="en-US" sz="1060" b="0" u="none" strike="noStrike">
                <a:solidFill>
                  <a:schemeClr val="lt2">
                    <a:lumMod val="10000"/>
                  </a:schemeClr>
                </a:solidFill>
                <a:effectLst/>
                <a:uFillTx/>
                <a:latin typeface="Source Sans 3" panose="020B0303030403020204"/>
                <a:ea typeface="Microsoft YaHei" panose="020B0503020204020204" charset="-122"/>
              </a:rPr>
              <a:t>ó</a:t>
            </a:r>
            <a:r>
              <a:rPr lang="en-US" altLang="es-ES" sz="1060" b="0" u="none" strike="noStrike">
                <a:solidFill>
                  <a:schemeClr val="lt2">
                    <a:lumMod val="10000"/>
                  </a:schemeClr>
                </a:solidFill>
                <a:effectLst/>
                <a:uFillTx/>
                <a:latin typeface="Source Sans 3" panose="020B0303030403020204"/>
                <a:ea typeface="Microsoft YaHei" panose="020B0503020204020204" charset="-122"/>
              </a:rPr>
              <a:t>stico muestran lluvias de 2 mm en la regi</a:t>
            </a:r>
            <a:r>
              <a:rPr lang="en-US" altLang="en-US" sz="1060" b="0" u="none" strike="noStrike">
                <a:solidFill>
                  <a:schemeClr val="lt2">
                    <a:lumMod val="10000"/>
                  </a:schemeClr>
                </a:solidFill>
                <a:effectLst/>
                <a:uFillTx/>
                <a:latin typeface="Source Sans 3" panose="020B0303030403020204"/>
                <a:ea typeface="Microsoft YaHei" panose="020B0503020204020204" charset="-122"/>
              </a:rPr>
              <a:t>ó</a:t>
            </a:r>
            <a:r>
              <a:rPr lang="en-US" altLang="es-ES" sz="1060" b="0" u="none" strike="noStrike">
                <a:solidFill>
                  <a:schemeClr val="lt2">
                    <a:lumMod val="10000"/>
                  </a:schemeClr>
                </a:solidFill>
                <a:effectLst/>
                <a:uFillTx/>
                <a:latin typeface="Source Sans 3" panose="020B0303030403020204"/>
                <a:ea typeface="Microsoft YaHei" panose="020B0503020204020204" charset="-122"/>
              </a:rPr>
              <a:t>n Norte y Centro , as</a:t>
            </a:r>
            <a:r>
              <a:rPr lang="en-US" altLang="en-US" sz="1060" b="0" u="none" strike="noStrike">
                <a:solidFill>
                  <a:schemeClr val="lt2">
                    <a:lumMod val="10000"/>
                  </a:schemeClr>
                </a:solidFill>
                <a:effectLst/>
                <a:uFillTx/>
                <a:latin typeface="Source Sans 3" panose="020B0303030403020204"/>
                <a:ea typeface="Microsoft YaHei" panose="020B0503020204020204" charset="-122"/>
              </a:rPr>
              <a:t>í</a:t>
            </a:r>
            <a:r>
              <a:rPr lang="en-US" altLang="es-ES" sz="1060" b="0" u="none" strike="noStrike">
                <a:solidFill>
                  <a:schemeClr val="lt2">
                    <a:lumMod val="10000"/>
                  </a:schemeClr>
                </a:solidFill>
                <a:effectLst/>
                <a:uFillTx/>
                <a:latin typeface="Source Sans 3" panose="020B0303030403020204"/>
                <a:ea typeface="Microsoft YaHei" panose="020B0503020204020204" charset="-122"/>
              </a:rPr>
              <a:t> como en costa Sur.</a:t>
            </a:r>
            <a:endParaRPr lang="en-US" altLang="es-ES" sz="1060" b="0" u="none" strike="noStrike">
              <a:solidFill>
                <a:schemeClr val="lt2">
                  <a:lumMod val="10000"/>
                </a:schemeClr>
              </a:solidFill>
              <a:effectLst/>
              <a:uFillTx/>
              <a:latin typeface="Source Sans 3" panose="020B0303030403020204"/>
              <a:ea typeface="Microsoft YaHei" panose="020B0503020204020204" charset="-122"/>
            </a:endParaRPr>
          </a:p>
          <a:p>
            <a:pPr algn="just"/>
            <a:endParaRPr lang="en-US" altLang="es-ES" sz="1060" b="0" u="none" strike="noStrike">
              <a:solidFill>
                <a:schemeClr val="lt2">
                  <a:lumMod val="10000"/>
                </a:schemeClr>
              </a:solidFill>
              <a:effectLst/>
              <a:uFillTx/>
              <a:latin typeface="Source Sans 3" panose="020B0303030403020204"/>
              <a:ea typeface="Microsoft YaHei" panose="020B0503020204020204" charset="-122"/>
            </a:endParaRPr>
          </a:p>
          <a:p>
            <a:pPr algn="just"/>
            <a:r>
              <a:rPr lang="en-US" altLang="es-ES" sz="1060" b="0" u="none" strike="noStrike">
                <a:solidFill>
                  <a:schemeClr val="lt2">
                    <a:lumMod val="10000"/>
                  </a:schemeClr>
                </a:solidFill>
                <a:effectLst/>
                <a:uFillTx/>
                <a:latin typeface="Source Sans 3" panose="020B0303030403020204"/>
                <a:ea typeface="Microsoft YaHei" panose="020B0503020204020204" charset="-122"/>
              </a:rPr>
              <a:t>Por otro lado, en la regi</a:t>
            </a:r>
            <a:r>
              <a:rPr lang="en-US" altLang="en-US" sz="1060" b="0" u="none" strike="noStrike">
                <a:solidFill>
                  <a:schemeClr val="lt2">
                    <a:lumMod val="10000"/>
                  </a:schemeClr>
                </a:solidFill>
                <a:effectLst/>
                <a:uFillTx/>
                <a:latin typeface="Source Sans 3" panose="020B0303030403020204"/>
                <a:ea typeface="Microsoft YaHei" panose="020B0503020204020204" charset="-122"/>
              </a:rPr>
              <a:t>ó</a:t>
            </a:r>
            <a:r>
              <a:rPr lang="en-US" altLang="es-ES" sz="1060" b="0" u="none" strike="noStrike">
                <a:solidFill>
                  <a:schemeClr val="lt2">
                    <a:lumMod val="10000"/>
                  </a:schemeClr>
                </a:solidFill>
                <a:effectLst/>
                <a:uFillTx/>
                <a:latin typeface="Source Sans 3" panose="020B0303030403020204"/>
                <a:ea typeface="Microsoft YaHei" panose="020B0503020204020204" charset="-122"/>
              </a:rPr>
              <a:t>n Sureste y parte de la Ci</a:t>
            </a:r>
            <a:r>
              <a:rPr lang="en-US" altLang="en-US" sz="1060" b="0" u="none" strike="noStrike">
                <a:solidFill>
                  <a:schemeClr val="lt2">
                    <a:lumMod val="10000"/>
                  </a:schemeClr>
                </a:solidFill>
                <a:effectLst/>
                <a:uFillTx/>
                <a:latin typeface="Source Sans 3" panose="020B0303030403020204"/>
                <a:ea typeface="Microsoft YaHei" panose="020B0503020204020204" charset="-122"/>
              </a:rPr>
              <a:t>é</a:t>
            </a:r>
            <a:r>
              <a:rPr lang="en-US" altLang="es-ES" sz="1060" b="0" u="none" strike="noStrike">
                <a:solidFill>
                  <a:schemeClr val="lt2">
                    <a:lumMod val="10000"/>
                  </a:schemeClr>
                </a:solidFill>
                <a:effectLst/>
                <a:uFillTx/>
                <a:latin typeface="Source Sans 3" panose="020B0303030403020204"/>
                <a:ea typeface="Microsoft YaHei" panose="020B0503020204020204" charset="-122"/>
              </a:rPr>
              <a:t>nega la lluvias podr</a:t>
            </a:r>
            <a:r>
              <a:rPr lang="en-US" altLang="en-US" sz="1060" b="0" u="none" strike="noStrike">
                <a:solidFill>
                  <a:schemeClr val="lt2">
                    <a:lumMod val="10000"/>
                  </a:schemeClr>
                </a:solidFill>
                <a:effectLst/>
                <a:uFillTx/>
                <a:latin typeface="Source Sans 3" panose="020B0303030403020204"/>
                <a:ea typeface="Microsoft YaHei" panose="020B0503020204020204" charset="-122"/>
              </a:rPr>
              <a:t>í</a:t>
            </a:r>
            <a:r>
              <a:rPr lang="en-US" altLang="es-ES" sz="1060" b="0" u="none" strike="noStrike">
                <a:solidFill>
                  <a:schemeClr val="lt2">
                    <a:lumMod val="10000"/>
                  </a:schemeClr>
                </a:solidFill>
                <a:effectLst/>
                <a:uFillTx/>
                <a:latin typeface="Source Sans 3" panose="020B0303030403020204"/>
                <a:ea typeface="Microsoft YaHei" panose="020B0503020204020204" charset="-122"/>
              </a:rPr>
              <a:t>an llegar hasta 9 mm/hr. Se recomienda mantener vigilancia en zonas propensas a deslaves o inundaciones. En el resto del estado no se prev</a:t>
            </a:r>
            <a:r>
              <a:rPr lang="en-US" altLang="en-US" sz="1060" b="0" u="none" strike="noStrike">
                <a:solidFill>
                  <a:schemeClr val="lt2">
                    <a:lumMod val="10000"/>
                  </a:schemeClr>
                </a:solidFill>
                <a:effectLst/>
                <a:uFillTx/>
                <a:latin typeface="Source Sans 3" panose="020B0303030403020204"/>
                <a:ea typeface="Microsoft YaHei" panose="020B0503020204020204" charset="-122"/>
              </a:rPr>
              <a:t>é</a:t>
            </a:r>
            <a:r>
              <a:rPr lang="en-US" altLang="es-ES" sz="1060" b="0" u="none" strike="noStrike">
                <a:solidFill>
                  <a:schemeClr val="lt2">
                    <a:lumMod val="10000"/>
                  </a:schemeClr>
                </a:solidFill>
                <a:effectLst/>
                <a:uFillTx/>
                <a:latin typeface="Source Sans 3" panose="020B0303030403020204"/>
                <a:ea typeface="Microsoft YaHei" panose="020B0503020204020204" charset="-122"/>
              </a:rPr>
              <a:t>n lluvias importantes, sin embargo, no se descartan lluvias orogr</a:t>
            </a:r>
            <a:r>
              <a:rPr lang="en-US" altLang="en-US" sz="1060" b="0" u="none" strike="noStrike">
                <a:solidFill>
                  <a:schemeClr val="lt2">
                    <a:lumMod val="10000"/>
                  </a:schemeClr>
                </a:solidFill>
                <a:effectLst/>
                <a:uFillTx/>
                <a:latin typeface="Source Sans 3" panose="020B0303030403020204"/>
                <a:ea typeface="Microsoft YaHei" panose="020B0503020204020204" charset="-122"/>
              </a:rPr>
              <a:t>á</a:t>
            </a:r>
            <a:r>
              <a:rPr lang="en-US" altLang="es-ES" sz="1060" b="0" u="none" strike="noStrike">
                <a:solidFill>
                  <a:schemeClr val="lt2">
                    <a:lumMod val="10000"/>
                  </a:schemeClr>
                </a:solidFill>
                <a:effectLst/>
                <a:uFillTx/>
                <a:latin typeface="Source Sans 3" panose="020B0303030403020204"/>
                <a:ea typeface="Microsoft YaHei" panose="020B0503020204020204" charset="-122"/>
              </a:rPr>
              <a:t>ficas.</a:t>
            </a:r>
            <a:endParaRPr lang="en-US" altLang="es-ES" sz="1060" b="0" u="none" strike="noStrike">
              <a:solidFill>
                <a:schemeClr val="lt2">
                  <a:lumMod val="10000"/>
                </a:schemeClr>
              </a:solidFill>
              <a:effectLst/>
              <a:uFillTx/>
              <a:latin typeface="Source Sans 3" panose="020B0303030403020204"/>
              <a:ea typeface="Microsoft YaHei" panose="020B0503020204020204" charset="-122"/>
            </a:endParaRPr>
          </a:p>
        </p:txBody>
      </p:sp>
      <p:graphicFrame>
        <p:nvGraphicFramePr>
          <p:cNvPr id="297" name="Tabla 10"/>
          <p:cNvGraphicFramePr/>
          <p:nvPr/>
        </p:nvGraphicFramePr>
        <p:xfrm>
          <a:off x="8832400" y="2995200"/>
          <a:ext cx="2802255" cy="1925955"/>
        </p:xfrm>
        <a:graphic>
          <a:graphicData uri="http://schemas.openxmlformats.org/drawingml/2006/table">
            <a:tbl>
              <a:tblPr/>
              <a:tblGrid>
                <a:gridCol w="636120"/>
                <a:gridCol w="2165985"/>
              </a:tblGrid>
              <a:tr h="414020">
                <a:tc>
                  <a:txBody>
                    <a:bodyPr>
                      <a:spAutoFit/>
                    </a:bodyPr>
                    <a:p>
                      <a:endParaRPr lang="es-MX" sz="1410" b="0" u="none" strike="noStrike">
                        <a:solidFill>
                          <a:schemeClr val="lt2">
                            <a:lumMod val="25000"/>
                          </a:schemeClr>
                        </a:solidFill>
                        <a:effectLst/>
                        <a:uFillTx/>
                        <a:latin typeface="Source Sans 3" panose="020B0303030403020204"/>
                      </a:endParaRPr>
                    </a:p>
                  </a:txBody>
                  <a:tcPr marL="80640" marR="80640" marT="40320" marB="4032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s-MX" sz="1320" b="0" u="none" strike="noStrike">
                          <a:solidFill>
                            <a:schemeClr val="lt2">
                              <a:lumMod val="25000"/>
                            </a:schemeClr>
                          </a:solidFill>
                          <a:effectLst/>
                          <a:uFillTx/>
                          <a:latin typeface="Source Sans 3" panose="020B0303030403020204"/>
                        </a:rPr>
                        <a:t>Usar bloqueador solar</a:t>
                      </a:r>
                      <a:endParaRPr lang="es-MX" sz="132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Times New Roman" panose="02020603050405020304"/>
                      </a:endParaRPr>
                    </a:p>
                  </a:txBody>
                  <a:tcPr marL="80640" marR="80640" marT="40320" marB="403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15080">
                <a:tc>
                  <a:txBody>
                    <a:bodyPr>
                      <a:spAutoFit/>
                    </a:bodyPr>
                    <a:p>
                      <a:endParaRPr lang="es-MX" sz="1410" b="0" u="none" strike="noStrike">
                        <a:solidFill>
                          <a:schemeClr val="lt2">
                            <a:lumMod val="25000"/>
                          </a:schemeClr>
                        </a:solidFill>
                        <a:effectLst/>
                        <a:uFillTx/>
                        <a:latin typeface="Source Sans 3" panose="020B0303030403020204"/>
                      </a:endParaRPr>
                    </a:p>
                  </a:txBody>
                  <a:tcPr marL="80640" marR="80640" marT="40320" marB="4032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s-MX" sz="1320" b="0" u="none" strike="noStrike">
                          <a:solidFill>
                            <a:schemeClr val="lt2">
                              <a:lumMod val="25000"/>
                            </a:schemeClr>
                          </a:solidFill>
                          <a:effectLst/>
                          <a:uFillTx/>
                          <a:latin typeface="Source Sans 3" panose="020B0303030403020204"/>
                        </a:rPr>
                        <a:t>Ingerir líquidos</a:t>
                      </a:r>
                      <a:endParaRPr lang="es-MX" sz="132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Times New Roman" panose="02020603050405020304"/>
                      </a:endParaRPr>
                    </a:p>
                  </a:txBody>
                  <a:tcPr marL="80640" marR="80640" marT="40320" marB="403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15080">
                <a:tc>
                  <a:txBody>
                    <a:bodyPr>
                      <a:spAutoFit/>
                    </a:bodyPr>
                    <a:p>
                      <a:endParaRPr lang="es-MX" sz="1410" b="0" u="none" strike="noStrike">
                        <a:solidFill>
                          <a:schemeClr val="lt2">
                            <a:lumMod val="25000"/>
                          </a:schemeClr>
                        </a:solidFill>
                        <a:effectLst/>
                        <a:uFillTx/>
                        <a:latin typeface="Source Sans 3" panose="020B0303030403020204"/>
                      </a:endParaRPr>
                    </a:p>
                  </a:txBody>
                  <a:tcPr marL="80640" marR="80640" marT="40320" marB="4032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s-MX" sz="1320" b="0" u="none" strike="noStrike">
                          <a:solidFill>
                            <a:schemeClr val="lt2">
                              <a:lumMod val="25000"/>
                            </a:schemeClr>
                          </a:solidFill>
                          <a:effectLst/>
                          <a:uFillTx/>
                          <a:latin typeface="Source Sans 3" panose="020B0303030403020204"/>
                        </a:rPr>
                        <a:t>Llevar paraguas</a:t>
                      </a:r>
                      <a:endParaRPr lang="es-MX" sz="132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Times New Roman" panose="02020603050405020304"/>
                      </a:endParaRPr>
                    </a:p>
                  </a:txBody>
                  <a:tcPr marL="80640" marR="80640" marT="40320" marB="403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15080">
                <a:tc>
                  <a:txBody>
                    <a:bodyPr/>
                    <a:p>
                      <a:pPr>
                        <a:buNone/>
                      </a:pPr>
                      <a:endParaRPr lang="es-MX" altLang="en-US" sz="1410" b="0" u="none" strike="noStrike">
                        <a:solidFill>
                          <a:schemeClr val="lt2">
                            <a:lumMod val="25000"/>
                          </a:schemeClr>
                        </a:solidFill>
                        <a:effectLst/>
                        <a:uFillTx/>
                        <a:latin typeface="Source Sans 3" panose="020B0303030403020204"/>
                      </a:endParaRPr>
                    </a:p>
                  </a:txBody>
                  <a:tcPr marL="80640" marR="80640" marT="40320" marB="4032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0" marR="0" algn="l" defTabSz="914400" rtl="0" eaLnBrk="1" fontAlgn="auto" latinLnBrk="0" hangingPunct="1">
                        <a:lnSpc>
                          <a:spcPct val="10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es-MX" sz="1320" b="0" u="none" strike="noStrike">
                          <a:solidFill>
                            <a:schemeClr val="lt2">
                              <a:lumMod val="25000"/>
                            </a:schemeClr>
                          </a:solidFill>
                          <a:effectLst/>
                          <a:uFillTx/>
                          <a:latin typeface="Source Sans 3" panose="020B0303030403020204"/>
                          <a:cs typeface="+mn-ea"/>
                        </a:rPr>
                        <a:t>Mantener vigilancia en zonas propensas a encharcamientos</a:t>
                      </a:r>
                      <a:endParaRPr lang="es-MX" sz="1320" b="0" u="none" strike="noStrike">
                        <a:solidFill>
                          <a:schemeClr val="lt2">
                            <a:lumMod val="25000"/>
                          </a:schemeClr>
                        </a:solidFill>
                        <a:effectLst/>
                        <a:uFillTx/>
                        <a:latin typeface="Source Sans 3" panose="020B0303030403020204"/>
                        <a:cs typeface="+mn-ea"/>
                      </a:endParaRPr>
                    </a:p>
                  </a:txBody>
                  <a:tcPr marL="80640" marR="80640" marT="40320" marB="403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pic>
        <p:nvPicPr>
          <p:cNvPr id="298" name="Imagen 20"/>
          <p:cNvPicPr/>
          <p:nvPr/>
        </p:nvPicPr>
        <p:blipFill>
          <a:blip r:embed="rId6"/>
          <a:stretch>
            <a:fillRect/>
          </a:stretch>
        </p:blipFill>
        <p:spPr>
          <a:xfrm>
            <a:off x="8948860" y="3000240"/>
            <a:ext cx="403200" cy="403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99" name="Imagen 21"/>
          <p:cNvPicPr/>
          <p:nvPr/>
        </p:nvPicPr>
        <p:blipFill>
          <a:blip r:embed="rId7"/>
          <a:stretch>
            <a:fillRect/>
          </a:stretch>
        </p:blipFill>
        <p:spPr>
          <a:xfrm>
            <a:off x="8989360" y="3451855"/>
            <a:ext cx="322200" cy="322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00" name="Imagen 23"/>
          <p:cNvPicPr/>
          <p:nvPr/>
        </p:nvPicPr>
        <p:blipFill>
          <a:blip r:embed="rId8"/>
          <a:stretch>
            <a:fillRect/>
          </a:stretch>
        </p:blipFill>
        <p:spPr>
          <a:xfrm>
            <a:off x="8948860" y="3861580"/>
            <a:ext cx="403200" cy="403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5" name="Imagen 48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9470" y="2694960"/>
            <a:ext cx="1080000" cy="10800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" name="Imagen 3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949055" y="4398645"/>
            <a:ext cx="468000" cy="46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1269</Words>
  <Application>WPS Presentation</Application>
  <PresentationFormat/>
  <Paragraphs>86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7" baseType="lpstr">
      <vt:lpstr>Arial</vt:lpstr>
      <vt:lpstr>SimSun</vt:lpstr>
      <vt:lpstr>Wingdings</vt:lpstr>
      <vt:lpstr>Calibri Light</vt:lpstr>
      <vt:lpstr>Times New Roman</vt:lpstr>
      <vt:lpstr>Symbol</vt:lpstr>
      <vt:lpstr>Arial</vt:lpstr>
      <vt:lpstr>Source Sans 3 Black</vt:lpstr>
      <vt:lpstr>Source Sans 3</vt:lpstr>
      <vt:lpstr>Calibri</vt:lpstr>
      <vt:lpstr>IBM Plex Sans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gab</dc:creator>
  <cp:lastModifiedBy>gab</cp:lastModifiedBy>
  <cp:revision>36</cp:revision>
  <cp:lastPrinted>2026-05-06T09:58:00Z</cp:lastPrinted>
  <dcterms:created xsi:type="dcterms:W3CDTF">2025-07-23T00:59:00Z</dcterms:created>
  <dcterms:modified xsi:type="dcterms:W3CDTF">2026-05-14T15:47:30Z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E6195AD376D04586881959A687D8967A_11</vt:lpwstr>
  </property>
  <property fmtid="{D5CDD505-2E9C-101B-9397-08002B2CF9AE}" pid="3" name="KSOProductBuildVer">
    <vt:lpwstr>3082-12.2.0.23202</vt:lpwstr>
  </property>
  <property fmtid="{D5CDD505-2E9C-101B-9397-08002B2CF9AE}" pid="4" name="PresentationFormat">
    <vt:lpwstr>宽屏</vt:lpwstr>
  </property>
  <property fmtid="{D5CDD505-2E9C-101B-9397-08002B2CF9AE}" pid="5" name="Slides">
    <vt:i4>8</vt:i4>
  </property>
</Properties>
</file>